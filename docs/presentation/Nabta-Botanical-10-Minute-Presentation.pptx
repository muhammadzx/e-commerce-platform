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cde9452089c4e3b" /><Relationship Type="http://schemas.openxmlformats.org/officeDocument/2006/relationships/extended-properties" Target="/docProps/app.xml" Id="R04b638fdf7ea4835" /><Relationship Type="http://schemas.openxmlformats.org/officeDocument/2006/relationships/officeDocument" Target="/ppt/presentation.xml" Id="Rbc8bff3a7f1749d6" /></Relationships>
</file>

<file path=ppt/presentation.xml><?xml version="1.0" encoding="utf-8"?>
<p:presentation xmlns:p="http://schemas.openxmlformats.org/presentationml/2006/main">
  <p:sldMasterIdLst>
    <p:sldMasterId xmlns:r="http://schemas.openxmlformats.org/officeDocument/2006/relationships" id="2147483648" r:id="R9ad40bbb4a784679"/>
  </p:sldMasterIdLst>
  <p:notesMasterIdLst>
    <p:notesMasterId xmlns:r="http://schemas.openxmlformats.org/officeDocument/2006/relationships" r:id="Rbcaee0d7226c41ec"/>
  </p:notesMasterIdLst>
  <p:sldIdLst>
    <p:sldId xmlns:r="http://schemas.openxmlformats.org/officeDocument/2006/relationships" id="256" r:id="Rb9932e6283834c2c"/>
    <p:sldId xmlns:r="http://schemas.openxmlformats.org/officeDocument/2006/relationships" id="257" r:id="R146b49d4c3374939"/>
    <p:sldId xmlns:r="http://schemas.openxmlformats.org/officeDocument/2006/relationships" id="258" r:id="Rc45d732c4a4945e2"/>
    <p:sldId xmlns:r="http://schemas.openxmlformats.org/officeDocument/2006/relationships" id="259" r:id="Rc59bb8ef6ff94e35"/>
    <p:sldId xmlns:r="http://schemas.openxmlformats.org/officeDocument/2006/relationships" id="260" r:id="Rd7690b51db324251"/>
    <p:sldId xmlns:r="http://schemas.openxmlformats.org/officeDocument/2006/relationships" id="261" r:id="R9b891702ed1548b3"/>
    <p:sldId xmlns:r="http://schemas.openxmlformats.org/officeDocument/2006/relationships" id="262" r:id="R349206ec5475436c"/>
    <p:sldId xmlns:r="http://schemas.openxmlformats.org/officeDocument/2006/relationships" id="263" r:id="Rf0a71790d01240ce"/>
    <p:sldId xmlns:r="http://schemas.openxmlformats.org/officeDocument/2006/relationships" id="264" r:id="Ra83e8deb875847c4"/>
    <p:sldId xmlns:r="http://schemas.openxmlformats.org/officeDocument/2006/relationships" id="265" r:id="R992b3ce3e0d541af"/>
    <p:sldId xmlns:r="http://schemas.openxmlformats.org/officeDocument/2006/relationships" id="266" r:id="R7da6f9b58e894a06"/>
    <p:sldId xmlns:r="http://schemas.openxmlformats.org/officeDocument/2006/relationships" id="267" r:id="R5e551be832fb4f6b"/>
    <p:sldId xmlns:r="http://schemas.openxmlformats.org/officeDocument/2006/relationships" id="268" r:id="R7963dbc921bf409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687fe4222c643c4" /><Relationship Type="http://schemas.openxmlformats.org/officeDocument/2006/relationships/slideMaster" Target="/ppt/slideMasters/slideMaster1.xml" Id="R9ad40bbb4a784679" /><Relationship Type="http://schemas.openxmlformats.org/officeDocument/2006/relationships/notesMaster" Target="/ppt/notesMasters/notesMaster1.xml" Id="Rbcaee0d7226c41ec" /><Relationship Type="http://schemas.openxmlformats.org/officeDocument/2006/relationships/presProps" Target="/ppt/presProps.xml" Id="Rf514e2f7b0b44788" /><Relationship Type="http://schemas.openxmlformats.org/officeDocument/2006/relationships/tableStyles" Target="/ppt/tableStyles.xml" Id="R8a2964b495a94aae" /><Relationship Type="http://schemas.openxmlformats.org/officeDocument/2006/relationships/slide" Target="/ppt/slides/slide1.xml" Id="Rb9932e6283834c2c" /><Relationship Type="http://schemas.openxmlformats.org/officeDocument/2006/relationships/slide" Target="/ppt/slides/slide2.xml" Id="R146b49d4c3374939" /><Relationship Type="http://schemas.openxmlformats.org/officeDocument/2006/relationships/slide" Target="/ppt/slides/slide3.xml" Id="Rc45d732c4a4945e2" /><Relationship Type="http://schemas.openxmlformats.org/officeDocument/2006/relationships/slide" Target="/ppt/slides/slide4.xml" Id="Rc59bb8ef6ff94e35" /><Relationship Type="http://schemas.openxmlformats.org/officeDocument/2006/relationships/slide" Target="/ppt/slides/slide5.xml" Id="Rd7690b51db324251" /><Relationship Type="http://schemas.openxmlformats.org/officeDocument/2006/relationships/slide" Target="/ppt/slides/slide6.xml" Id="R9b891702ed1548b3" /><Relationship Type="http://schemas.openxmlformats.org/officeDocument/2006/relationships/slide" Target="/ppt/slides/slide7.xml" Id="R349206ec5475436c" /><Relationship Type="http://schemas.openxmlformats.org/officeDocument/2006/relationships/slide" Target="/ppt/slides/slide8.xml" Id="Rf0a71790d01240ce" /><Relationship Type="http://schemas.openxmlformats.org/officeDocument/2006/relationships/slide" Target="/ppt/slides/slide9.xml" Id="Ra83e8deb875847c4" /><Relationship Type="http://schemas.openxmlformats.org/officeDocument/2006/relationships/slide" Target="/ppt/slides/slide10.xml" Id="R992b3ce3e0d541af" /><Relationship Type="http://schemas.openxmlformats.org/officeDocument/2006/relationships/slide" Target="/ppt/slides/slide11.xml" Id="R7da6f9b58e894a06" /><Relationship Type="http://schemas.openxmlformats.org/officeDocument/2006/relationships/slide" Target="/ppt/slides/slide12.xml" Id="R5e551be832fb4f6b" /><Relationship Type="http://schemas.openxmlformats.org/officeDocument/2006/relationships/slide" Target="/ppt/slides/slide13.xml" Id="R7963dbc921bf409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2fb12e6a27e473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4f70a27caf24814" /><Relationship Type="http://schemas.openxmlformats.org/officeDocument/2006/relationships/notesMaster" Target="/ppt/notesMasters/notesMaster1.xml" Id="Rcdca7ec543d940a1" /></Relationships>
</file>

<file path=ppt/notesSlides/_rels/notesSlide2.xml.rels>&#65279;<?xml version="1.0" encoding="utf-8"?><Relationships xmlns="http://schemas.openxmlformats.org/package/2006/relationships"><Relationship Type="http://schemas.openxmlformats.org/officeDocument/2006/relationships/slide" Target="/ppt/slides/slide2.xml" Id="R93679f78cbcc4f62" /><Relationship Type="http://schemas.openxmlformats.org/officeDocument/2006/relationships/notesMaster" Target="/ppt/notesMasters/notesMaster1.xml" Id="R90084fe719e848cd" /></Relationships>
</file>

<file path=ppt/notesSlides/_rels/notesSlide3.xml.rels>&#65279;<?xml version="1.0" encoding="utf-8"?><Relationships xmlns="http://schemas.openxmlformats.org/package/2006/relationships"><Relationship Type="http://schemas.openxmlformats.org/officeDocument/2006/relationships/slide" Target="/ppt/slides/slide3.xml" Id="R27e14ac7d92d43ec" /><Relationship Type="http://schemas.openxmlformats.org/officeDocument/2006/relationships/notesMaster" Target="/ppt/notesMasters/notesMaster1.xml" Id="R40a04ba9d40e4f3a" /></Relationships>
</file>

<file path=ppt/notesSlides/_rels/notesSlide4.xml.rels>&#65279;<?xml version="1.0" encoding="utf-8"?><Relationships xmlns="http://schemas.openxmlformats.org/package/2006/relationships"><Relationship Type="http://schemas.openxmlformats.org/officeDocument/2006/relationships/slide" Target="/ppt/slides/slide4.xml" Id="R0d4b13173c6d4277" /><Relationship Type="http://schemas.openxmlformats.org/officeDocument/2006/relationships/notesMaster" Target="/ppt/notesMasters/notesMaster1.xml" Id="Rc2daa8e78e074de0" /></Relationships>
</file>

<file path=ppt/notesSlides/_rels/notesSlide5.xml.rels>&#65279;<?xml version="1.0" encoding="utf-8"?><Relationships xmlns="http://schemas.openxmlformats.org/package/2006/relationships"><Relationship Type="http://schemas.openxmlformats.org/officeDocument/2006/relationships/slide" Target="/ppt/slides/slide5.xml" Id="Re059df3622204113" /><Relationship Type="http://schemas.openxmlformats.org/officeDocument/2006/relationships/notesMaster" Target="/ppt/notesMasters/notesMaster1.xml" Id="Reafac4a8a64a432c" /></Relationships>
</file>

<file path=ppt/notesSlides/_rels/notesSlide6.xml.rels>&#65279;<?xml version="1.0" encoding="utf-8"?><Relationships xmlns="http://schemas.openxmlformats.org/package/2006/relationships"><Relationship Type="http://schemas.openxmlformats.org/officeDocument/2006/relationships/slide" Target="/ppt/slides/slide6.xml" Id="R359366bcd7e44d00" /><Relationship Type="http://schemas.openxmlformats.org/officeDocument/2006/relationships/notesMaster" Target="/ppt/notesMasters/notesMaster1.xml" Id="Rc76d6a29d62d4010" /></Relationships>
</file>

<file path=ppt/notesSlides/_rels/notesSlide7.xml.rels>&#65279;<?xml version="1.0" encoding="utf-8"?><Relationships xmlns="http://schemas.openxmlformats.org/package/2006/relationships"><Relationship Type="http://schemas.openxmlformats.org/officeDocument/2006/relationships/slide" Target="/ppt/slides/slide7.xml" Id="Red103a8980c14c0a" /><Relationship Type="http://schemas.openxmlformats.org/officeDocument/2006/relationships/notesMaster" Target="/ppt/notesMasters/notesMaster1.xml" Id="R68cf4a9952664978" /></Relationships>
</file>

<file path=ppt/notesSlides/_rels/notesSlide8.xml.rels>&#65279;<?xml version="1.0" encoding="utf-8"?><Relationships xmlns="http://schemas.openxmlformats.org/package/2006/relationships"><Relationship Type="http://schemas.openxmlformats.org/officeDocument/2006/relationships/slide" Target="/ppt/slides/slide8.xml" Id="Red2fff930ad8473c" /><Relationship Type="http://schemas.openxmlformats.org/officeDocument/2006/relationships/notesMaster" Target="/ppt/notesMasters/notesMaster1.xml" Id="R0e273007fa294120" /></Relationships>
</file>

<file path=ppt/notesSlides/_rels/notesSlide9.xml.rels>&#65279;<?xml version="1.0" encoding="utf-8"?><Relationships xmlns="http://schemas.openxmlformats.org/package/2006/relationships"><Relationship Type="http://schemas.openxmlformats.org/officeDocument/2006/relationships/slide" Target="/ppt/slides/slide9.xml" Id="Rb05ca220409a4b6e" /><Relationship Type="http://schemas.openxmlformats.org/officeDocument/2006/relationships/notesMaster" Target="/ppt/notesMasters/notesMaster1.xml" Id="R41fe8ff225414e0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6622262d6544b5d" /><Relationship Type="http://schemas.openxmlformats.org/officeDocument/2006/relationships/notesMaster" Target="/ppt/notesMasters/notesMaster1.xml" Id="Rf232fe203685441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e9207293c7e408d" /><Relationship Type="http://schemas.openxmlformats.org/officeDocument/2006/relationships/notesMaster" Target="/ppt/notesMasters/notesMaster1.xml" Id="R1e2ed6376eb6484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687877fd2f549f2" /><Relationship Type="http://schemas.openxmlformats.org/officeDocument/2006/relationships/notesMaster" Target="/ppt/notesMasters/notesMaster1.xml" Id="Rcda57a40b24244a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7f1a08aea134c95" /><Relationship Type="http://schemas.openxmlformats.org/officeDocument/2006/relationships/notesMaster" Target="/ppt/notesMasters/notesMaster1.xml" Id="R1e1729941b114ac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0:00–0:30 (30 seconds)</a:t>
            </a:r>
          </a:p>
          <a:p xmlns:a="http://schemas.openxmlformats.org/drawingml/2006/main">
            <a:r>
              <a:t/>
            </a:r>
          </a:p>
          <a:p xmlns:a="http://schemas.openxmlformats.org/drawingml/2006/main">
            <a:r>
              <a:t>Welcome to Nabta Botanical, an e-commerce website for plants, pots, tools, seeds and everyday plant-care products. The project brings the customer storefront and the store administration into one system. In the next ten minutes, I will show how a customer discovers products and packages, reviews a basket and requests order confirmation. Then I will explain the admin workspace, AI reporting and the technical structure behind the experience.</a:t>
            </a:r>
          </a:p>
          <a:p xmlns:a="http://schemas.openxmlformats.org/drawingml/2006/main">
            <a:r>
              <a:t/>
            </a:r>
          </a:p>
          <a:p xmlns:a="http://schemas.openxmlformats.org/drawingml/2006/main">
            <a:r>
              <a:t>Source: Local Nabta implementation and actual screenshots captured on 2 November 2026. public/index.php; app/Views/home.php.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0:30–1:15 (45 seconds)</a:t>
            </a:r>
          </a:p>
          <a:p xmlns:a="http://schemas.openxmlformats.org/drawingml/2006/main">
            <a:r>
              <a:t/>
            </a:r>
          </a:p>
          <a:p xmlns:a="http://schemas.openxmlformats.org/drawingml/2006/main">
            <a:r>
              <a:t>The journey starts on the home page, where the botanical design introduces the brand and links to the shop and packages. In the catalog, customers search by product name, filter by category and sort products by price or name. Product cards show the price, availability and a short description. Pagination keeps a larger catalog manageable. Customers can also save products to a wishlist. Account registration, sign-in and profile pages support the shopping journey, while the About and store information pages explain the business and the current ordering process.</a:t>
            </a:r>
          </a:p>
          <a:p xmlns:a="http://schemas.openxmlformats.org/drawingml/2006/main">
            <a:r>
              <a:t/>
            </a:r>
          </a:p>
          <a:p xmlns:a="http://schemas.openxmlformats.org/drawingml/2006/main">
            <a:r>
              <a:t>Source: Local Nabta implementation and actual screenshots captured on 2 November 2026. public/index.php?page=products; app/Views/products.php; public/assets/js/products.js; account and information routes.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1:15–2:00 (45 seconds)</a:t>
            </a:r>
          </a:p>
          <a:p xmlns:a="http://schemas.openxmlformats.org/drawingml/2006/main">
            <a:r>
              <a:t/>
            </a:r>
          </a:p>
          <a:p xmlns:a="http://schemas.openxmlformats.org/drawingml/2006/main">
            <a:r>
              <a:t>A product page brings together the image gallery, description, price, stock information and customer reviews. Customers can add an available product to their basket or keep it in their wishlist. Packages combine multiple products with quantities and a shared percentage discount. The package price is calculated from the included products, and availability depends on the stock required for a complete package. To keep cards compact, a package with more than three product types shows a preview and opens all details through Show more.</a:t>
            </a:r>
          </a:p>
          <a:p xmlns:a="http://schemas.openxmlformats.org/drawingml/2006/main">
            <a:r>
              <a:t/>
            </a:r>
          </a:p>
          <a:p xmlns:a="http://schemas.openxmlformats.org/drawingml/2006/main">
            <a:r>
              <a:t>Source: Local Nabta implementation and actual screenshots captured on 2 November 2026. public/index.php?page=product&amp;id=30; public/index.php?page=collections; app/Models/Collection.php.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2:00–2:55 (55 seconds)</a:t>
            </a:r>
          </a:p>
          <a:p xmlns:a="http://schemas.openxmlformats.org/drawingml/2006/main">
            <a:r>
              <a:t/>
            </a:r>
          </a:p>
          <a:p xmlns:a="http://schemas.openxmlformats.org/drawingml/2006/main">
            <a:r>
              <a:t>Packages are more than a list of products: the website calculates their price and availability from the selected quantities. In this original Plant Protection package, the separate products total eighteen Jordanian dinars. A thirteen percent discount saves two dinars and thirty-four piastres, giving a package price of fifteen dinars and sixty-six piastres. For stock, the system divides each component stock by the quantity required per package, then uses the smallest whole-number result. That prevents one component from being counted in more complete packages than its stock allows. The admin sees this summary while choosing products. Creating or editing a package definition does not itself reduce inventory.</a:t>
            </a:r>
          </a:p>
          <a:p xmlns:a="http://schemas.openxmlformats.org/drawingml/2006/main">
            <a:r>
              <a:t/>
            </a:r>
          </a:p>
          <a:p xmlns:a="http://schemas.openxmlformats.org/drawingml/2006/main">
            <a:r>
              <a:t>Source: Actual local website screenshots captured on 2 November 2026. app/Models/Collection.php::pricing; app/Models/AdminCollection.php; admin/collection-edit.php?id=10. Example values are the captured local store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2:55–3:40 (45 seconds)</a:t>
            </a:r>
          </a:p>
          <a:p xmlns:a="http://schemas.openxmlformats.org/drawingml/2006/main">
            <a:r>
              <a:t/>
            </a:r>
          </a:p>
          <a:p xmlns:a="http://schemas.openxmlformats.org/drawingml/2006/main">
            <a:r>
              <a:t>The account area connects the shopping experience across visits. A signed-in user can review personal information and open the profile form to update it. A separate password form handles credential changes. The My orders section shows the order date, products, total and status, so the customer can distinguish a pending request from a completed order. The wishlist is separate from the basket: it keeps products or packages for a later visit without creating an order. Customers save an item through the wishlist controls and can remove it from their account. The screenshot uses the existing demonstration account, whose wishlist is currently empty.</a:t>
            </a:r>
          </a:p>
          <a:p xmlns:a="http://schemas.openxmlformats.org/drawingml/2006/main">
            <a:r>
              <a:t/>
            </a:r>
          </a:p>
          <a:p xmlns:a="http://schemas.openxmlformats.org/drawingml/2006/main">
            <a:r>
              <a:t>Source: Actual local website screenshots captured on 2 November 2026. app/Views/account.php; AccountController and Wishlist model; public/index.php?page=profile#orders.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3:40–4:30 (50 seconds)</a:t>
            </a:r>
          </a:p>
          <a:p xmlns:a="http://schemas.openxmlformats.org/drawingml/2006/main">
            <a:r>
              <a:t/>
            </a:r>
          </a:p>
          <a:p xmlns:a="http://schemas.openxmlformats.org/drawingml/2006/main">
            <a:r>
              <a:t>The basket supports quantity changes and item removal. Its compact view shows three product types, while See more opens the complete list in a popup. Checkout brings delivery details, the order summary and selected products into a clear layout. A similar popup provides the full selection and removal controls. Delivery fields are optional at this stage, and the account email identifies the request. Before submitting, the customer reviews the details. This creates a pending confirmation request; it does not take a payment. Delivery costs, availability and payment arrangements still require the customer’s later approval.</a:t>
            </a:r>
          </a:p>
          <a:p xmlns:a="http://schemas.openxmlformats.org/drawingml/2006/main">
            <a:r>
              <a:t/>
            </a:r>
          </a:p>
          <a:p xmlns:a="http://schemas.openxmlformats.org/drawingml/2006/main">
            <a:r>
              <a:t>Source: Local Nabta implementation and actual screenshots captured on 2 November 2026. public/index.php?page=cart; public/index.php?page=checkout; app/Controllers/OrderController.php; app/Views/checkout.php.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4:30–5:15 (45 seconds)</a:t>
            </a:r>
          </a:p>
          <a:p xmlns:a="http://schemas.openxmlformats.org/drawingml/2006/main">
            <a:r>
              <a:t/>
            </a:r>
          </a:p>
          <a:p xmlns:a="http://schemas.openxmlformats.org/drawingml/2006/main">
            <a:r>
              <a:t>Administrators use a separate workspace with a shared navigation sidebar and a welcome message. The overview brings together sales, orders, products and customer demand. Statistics and charts help the administrator understand store activity. Product management supports searching and filtering, stock visibility, product editing and image management. Category management organizes the catalog. These controls keep the storefront information current without directly editing the database. Admin pages check the signed-in user’s role before granting access. The screenshot shows the actual local store state, so these figures are demonstration data rather than business performance claims.</a:t>
            </a:r>
          </a:p>
          <a:p xmlns:a="http://schemas.openxmlformats.org/drawingml/2006/main">
            <a:r>
              <a:t/>
            </a:r>
          </a:p>
          <a:p xmlns:a="http://schemas.openxmlformats.org/drawingml/2006/main">
            <a:r>
              <a:t>Source: Local Nabta implementation and actual screenshots captured on 2 November 2026. public/admin/dashboard.php; public/admin/products.php; app/Core/AdminAccess.php; app/Controllers/AdminController.php.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5:15–6:00 (45 seconds)</a:t>
            </a:r>
          </a:p>
          <a:p xmlns:a="http://schemas.openxmlformats.org/drawingml/2006/main">
            <a:r>
              <a:t/>
            </a:r>
          </a:p>
          <a:p xmlns:a="http://schemas.openxmlformats.org/drawingml/2006/main">
            <a:r>
              <a:t>The admin product screen provides filters for name, category, stock and price, with sorting to make larger lists easier to manage. Package management allows an administrator to create, edit, publish, hide or remove a package. Its product selector also supports filtering and quantities per package. Removing a package from management preserves historical order records. Other admin pages cover customers, orders, incoming messages and review moderation. Hidden reviews are visually distinguished from published ones. Together, these pages support the daily work of maintaining the catalog, following requests and handling customer feedback.</a:t>
            </a:r>
          </a:p>
          <a:p xmlns:a="http://schemas.openxmlformats.org/drawingml/2006/main">
            <a:r>
              <a:t/>
            </a:r>
          </a:p>
          <a:p xmlns:a="http://schemas.openxmlformats.org/drawingml/2006/main">
            <a:r>
              <a:t>Source: Local Nabta implementation and actual screenshots captured on 2 November 2026. public/admin/products.php; public/admin/collections.php; public/admin/collection-create.php; app/Models/AdminCollection.php; admin orders/customers/messages/reviews pages.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6:00–6:40 (40 seconds)</a:t>
            </a:r>
          </a:p>
          <a:p xmlns:a="http://schemas.openxmlformats.org/drawingml/2006/main">
            <a:r>
              <a:t/>
            </a:r>
          </a:p>
          <a:p xmlns:a="http://schemas.openxmlformats.org/drawingml/2006/main">
            <a:r>
              <a:t>Administrators can manage product photos from the edit-product dialog. They can add images, select the primary image, replace an existing photo or remove one that is no longer needed. The primary image helps the catalog present a consistent product preview. The upload helper checks that the file is a genuine upload, verifies its MIME type and accepts JPG, PNG or WebP files up to five megabytes. Cloudinary hosts the uploaded files. On the storefront, unavailable gallery thumbnails are hidden and the image counter is recalculated, so a failed photo does not remain counted as a visible image.</a:t>
            </a:r>
          </a:p>
          <a:p xmlns:a="http://schemas.openxmlformats.org/drawingml/2006/main">
            <a:r>
              <a:t/>
            </a:r>
          </a:p>
          <a:p xmlns:a="http://schemas.openxmlformats.org/drawingml/2006/main">
            <a:r>
              <a:t>Source: Actual local website screenshots captured on 2 November 2026. app/Views/admin/products.php; app/Core/CloudinaryUploader.php; public/assets/js/ui.js; public/assets/js/products.js. Screenshot shows the original Plant Stand primary image.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6:40–7:25 (45 seconds)</a:t>
            </a:r>
          </a:p>
          <a:p xmlns:a="http://schemas.openxmlformats.org/drawingml/2006/main">
            <a:r>
              <a:t/>
            </a:r>
          </a:p>
          <a:p xmlns:a="http://schemas.openxmlformats.org/drawingml/2006/main">
            <a:r>
              <a:t>The store includes customer review moderation and a customer-message inbox. In the review screen, an administrator can search for an item, customer or review and filter by rating. Each record shows the review text, score and publication status. Hide and Publish change whether that review appears publicly, and hidden rows receive a distinct visual style. Hidden reviews are excluded from the public ratings. The Messages page collects contact messages and account-access assistance requests, with a resolved or reopened workflow. An assistance request is only a message to the store: it does not prove account ownership or automatically reset a password.</a:t>
            </a:r>
          </a:p>
          <a:p xmlns:a="http://schemas.openxmlformats.org/drawingml/2006/main">
            <a:r>
              <a:t/>
            </a:r>
          </a:p>
          <a:p xmlns:a="http://schemas.openxmlformats.org/drawingml/2006/main">
            <a:r>
              <a:t>Source: Actual local website screenshots captured on 2 November 2026. app/Views/admin/reviews.php; AdminReview model/controller; app/Views/admin/messages.php; public/admin/messages.php. Screenshot filters original Peace Lily reviews.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7:25–8:25 (60 seconds)</a:t>
            </a:r>
          </a:p>
          <a:p xmlns:a="http://schemas.openxmlformats.org/drawingml/2006/main">
            <a:r>
              <a:t/>
            </a:r>
          </a:p>
          <a:p xmlns:a="http://schemas.openxmlformats.org/drawingml/2006/main">
            <a:r>
              <a:t>AI reports turn the store’s recorded sales data into a written analysis based on the administrator’s question. A report name is optional; a default name uses the reporting period. Leaving both dates empty selects the last month through today. A start date alone runs through today, while an end date alone starts from the earliest recorded sales. Both dates select a custom period. The system calculates sales summaries before sending the data to Gemini. A complete report is saved in history and can be downloaded as a PDF. Connection failures, service errors, empty responses and incomplete reports are rejected before saving.</a:t>
            </a:r>
          </a:p>
          <a:p xmlns:a="http://schemas.openxmlformats.org/drawingml/2006/main">
            <a:r>
              <a:t/>
            </a:r>
          </a:p>
          <a:p xmlns:a="http://schemas.openxmlformats.org/drawingml/2006/main">
            <a:r>
              <a:t>Source: Local Nabta implementation and actual screenshots captured on 2 November 2026. public/admin/ai_reports.php; app/Core/ReportPeriod.php; app/Core/AIReportResponse.php; app/Models/AIReport.php; app/Controllers/AIReportController.php.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8:25–9:20 (55 seconds)</a:t>
            </a:r>
          </a:p>
          <a:p xmlns:a="http://schemas.openxmlformats.org/drawingml/2006/main">
            <a:r>
              <a:t/>
            </a:r>
          </a:p>
          <a:p xmlns:a="http://schemas.openxmlformats.org/drawingml/2006/main">
            <a:r>
              <a:t>The website separates what a customer can do from what an administrator can manage. Signed-in users access their own basket and account, while admin access checks restrict store-management pages. Passwords are stored using hashing rather than as readable password text. The application also uses session checks, CSRF tokens on state-changing forms and server-side validation. These are implemented safeguards, not a claim that the project has passed a full independent security audit. On the interface side, responsive layouts adapt to smaller screens, modal dialogs manage keyboard focus, and three-item previews keep long lists compact. These details support a clearer experience without hiding access to the complete information.</a:t>
            </a:r>
          </a:p>
          <a:p xmlns:a="http://schemas.openxmlformats.org/drawingml/2006/main">
            <a:r>
              <a:t/>
            </a:r>
          </a:p>
          <a:p xmlns:a="http://schemas.openxmlformats.org/drawingml/2006/main">
            <a:r>
              <a:t>Source: Actual local website screenshots captured on 2 November 2026. app/Core/Security.php; app/Core/AdminAccess.php; app/Models/User.php; public/assets/js/ui.js; responsive styles and basket/checkout views.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9:20–10:00 (40 seconds)</a:t>
            </a:r>
          </a:p>
          <a:p xmlns:a="http://schemas.openxmlformats.org/drawingml/2006/main">
            <a:r>
              <a:t/>
            </a:r>
          </a:p>
          <a:p xmlns:a="http://schemas.openxmlformats.org/drawingml/2006/main">
            <a:r>
              <a:t>The website uses HTML, CSS and JavaScript for its responsive interface, with PHP controllers and models connected to MySQL through PDO. Cloudinary stores product images, Gemini generates report text, and CommonMark with Dompdf supports report formatting and PDF export. Session checks, password hashing, CSRF protection and role checks support the application’s security. The project covers the customer journey and the admin workflow. Before a full commercial launch, delivery pricing, payment integration and approved store policies still need to be finalized. Thank you.</a:t>
            </a:r>
          </a:p>
          <a:p xmlns:a="http://schemas.openxmlformats.org/drawingml/2006/main">
            <a:r>
              <a:t/>
            </a:r>
          </a:p>
          <a:p xmlns:a="http://schemas.openxmlformats.org/drawingml/2006/main">
            <a:r>
              <a:t>Source: Local Nabta implementation and actual screenshots captured on 2 November 2026. composer.json; app/Core/Database.php; app/Core/Security.php; app/Models/User.php; app/Core/CloudinaryUploader.php; config integrations; actual mobile home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e72fe4a79884fd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4f9e85516ed459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6077bfc51db455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2f8d03831b847d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8f9bc70b6c44a9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59388f75f9b46f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9527371-1450-4B33-ACE9-DB9A47095ED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3B5C6FA-EF23-45A9-8D0C-BC47D17F356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72DC6C5-9C38-451D-AC4F-4C347969528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5663471-8F21-4CAB-A42C-20A33A7F8DB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25192AA-4EA9-46D5-B113-398A6DAF08F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7DF7439-CFEE-4D8F-BDA7-827EA20D037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E8E2022-D0A7-4955-8488-FE325983A38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7C66414-4D95-4781-A457-746059A29C5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ADBBEC4-06C1-409D-BA93-0AD201F1DCA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53EC68A-73BC-46BF-981D-6217AF69076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68263ff3b29433e" /><Relationship Type="http://schemas.openxmlformats.org/officeDocument/2006/relationships/slideLayout" Target="/ppt/slideLayouts/slideLayout1.xml" Id="R6e5492973c754009" /><Relationship Type="http://schemas.openxmlformats.org/officeDocument/2006/relationships/slideLayout" Target="/ppt/slideLayouts/slideLayout2.xml" Id="Rdb3e4832c61b4fa3" /><Relationship Type="http://schemas.openxmlformats.org/officeDocument/2006/relationships/slideLayout" Target="/ppt/slideLayouts/slideLayout3.xml" Id="Rc09bf70a779148f1" /><Relationship Type="http://schemas.openxmlformats.org/officeDocument/2006/relationships/slideLayout" Target="/ppt/slideLayouts/slideLayout4.xml" Id="R30cb6b4693074acf" /><Relationship Type="http://schemas.openxmlformats.org/officeDocument/2006/relationships/slideLayout" Target="/ppt/slideLayouts/slideLayout5.xml" Id="R5425153032454cb4" /><Relationship Type="http://schemas.openxmlformats.org/officeDocument/2006/relationships/slideLayout" Target="/ppt/slideLayouts/slideLayout6.xml" Id="R33a4068fd7734a7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e5492973c754009"/>
    <p:sldLayoutId xmlns:r="http://schemas.openxmlformats.org/officeDocument/2006/relationships" id="2147483650" r:id="Rdb3e4832c61b4fa3"/>
    <p:sldLayoutId xmlns:r="http://schemas.openxmlformats.org/officeDocument/2006/relationships" id="2147483651" r:id="Rc09bf70a779148f1"/>
    <p:sldLayoutId xmlns:r="http://schemas.openxmlformats.org/officeDocument/2006/relationships" id="2147483652" r:id="R30cb6b4693074acf"/>
    <p:sldLayoutId xmlns:r="http://schemas.openxmlformats.org/officeDocument/2006/relationships" id="2147483653" r:id="R5425153032454cb4"/>
    <p:sldLayoutId xmlns:r="http://schemas.openxmlformats.org/officeDocument/2006/relationships" id="2147483654" r:id="R33a4068fd7734a7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ff20f1d2c364eaf" /><Relationship Type="http://schemas.openxmlformats.org/officeDocument/2006/relationships/image" Target="/ppt/media/image.png" Id="R5195300ccc74409c" /><Relationship Type="http://schemas.openxmlformats.org/officeDocument/2006/relationships/notesSlide" Target="/ppt/notesSlides/notesSlide1.xml" Id="R155fb20281f048d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26f08b0ada6406e" /><Relationship Type="http://schemas.openxmlformats.org/officeDocument/2006/relationships/image" Target="/ppt/media/image2.png" Id="R66167f418ad34819" /><Relationship Type="http://schemas.openxmlformats.org/officeDocument/2006/relationships/notesSlide" Target="/ppt/notesSlides/notesSlide2.xml" Id="Ra5ed0149d005404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8a72301e423457d" /><Relationship Type="http://schemas.openxmlformats.org/officeDocument/2006/relationships/image" Target="/ppt/media/image3.png" Id="Rcdaab8f8cb0049ba" /><Relationship Type="http://schemas.openxmlformats.org/officeDocument/2006/relationships/image" Target="/ppt/media/image4.png" Id="R9821fff711604dfd" /><Relationship Type="http://schemas.openxmlformats.org/officeDocument/2006/relationships/notesSlide" Target="/ppt/notesSlides/notesSlide3.xml" Id="R81914bd9bd9d40a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761fb30573544fa" /><Relationship Type="http://schemas.openxmlformats.org/officeDocument/2006/relationships/image" Target="/ppt/media/image5.png" Id="R0dc64349da9544e9" /><Relationship Type="http://schemas.openxmlformats.org/officeDocument/2006/relationships/notesSlide" Target="/ppt/notesSlides/notesSlide4.xml" Id="R88f32619db8c440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ec42d4d77a54387" /><Relationship Type="http://schemas.openxmlformats.org/officeDocument/2006/relationships/image" Target="/ppt/media/image6.png" Id="R544edf53cf284a23" /><Relationship Type="http://schemas.openxmlformats.org/officeDocument/2006/relationships/notesSlide" Target="/ppt/notesSlides/notesSlide5.xml" Id="R075f140deb1a4dc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28247d22aba4c76" /><Relationship Type="http://schemas.openxmlformats.org/officeDocument/2006/relationships/image" Target="/ppt/media/image7.png" Id="R6e122936dfc54c52" /><Relationship Type="http://schemas.openxmlformats.org/officeDocument/2006/relationships/notesSlide" Target="/ppt/notesSlides/notesSlide6.xml" Id="Re8101ef117de41a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3dfee93b6d14a8a" /><Relationship Type="http://schemas.openxmlformats.org/officeDocument/2006/relationships/image" Target="/ppt/media/image8.png" Id="R9064dd8599bc4bc8" /><Relationship Type="http://schemas.openxmlformats.org/officeDocument/2006/relationships/notesSlide" Target="/ppt/notesSlides/notesSlide7.xml" Id="R26a56f02fdcc498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189849deeb74527" /><Relationship Type="http://schemas.openxmlformats.org/officeDocument/2006/relationships/image" Target="/ppt/media/image9.png" Id="Rb337889820984e15" /><Relationship Type="http://schemas.openxmlformats.org/officeDocument/2006/relationships/image" Target="/ppt/media/image10.png" Id="R7e7f596d4aa243fb" /><Relationship Type="http://schemas.openxmlformats.org/officeDocument/2006/relationships/notesSlide" Target="/ppt/notesSlides/notesSlide8.xml" Id="R63700bcc67e646e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380ca59306a45e2" /><Relationship Type="http://schemas.openxmlformats.org/officeDocument/2006/relationships/image" Target="/ppt/media/image11.png" Id="R06da8bf7c30d40d2" /><Relationship Type="http://schemas.openxmlformats.org/officeDocument/2006/relationships/notesSlide" Target="/ppt/notesSlides/notesSlide9.xml" Id="R7567a783b976437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9be07768b1c4b60" /><Relationship Type="http://schemas.openxmlformats.org/officeDocument/2006/relationships/image" Target="/ppt/media/image12.png" Id="R1e82d79ff6844d2b" /><Relationship Type="http://schemas.openxmlformats.org/officeDocument/2006/relationships/notesSlide" Target="/ppt/notesSlides/notesSlide10.xml" Id="R8de11e3306e5453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72cda6af44c43a8" /><Relationship Type="http://schemas.openxmlformats.org/officeDocument/2006/relationships/image" Target="/ppt/media/image13.png" Id="Re03ce751e4074373" /><Relationship Type="http://schemas.openxmlformats.org/officeDocument/2006/relationships/notesSlide" Target="/ppt/notesSlides/notesSlide11.xml" Id="Rbc95cad91829467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5fa6644608846e9" /><Relationship Type="http://schemas.openxmlformats.org/officeDocument/2006/relationships/notesSlide" Target="/ppt/notesSlides/notesSlide12.xml" Id="Rac2db8186595493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288e012cc0c41e4" /><Relationship Type="http://schemas.openxmlformats.org/officeDocument/2006/relationships/image" Target="/ppt/media/image14.png" Id="R7c01b743e96d4e06" /><Relationship Type="http://schemas.openxmlformats.org/officeDocument/2006/relationships/notesSlide" Target="/ppt/notesSlides/notesSlide13.xml" Id="R812d0f30865e401e" /></Relationships>
</file>

<file path=ppt/slides/slide1.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5264500-F1EA-4C80-86D9-3644F4C2A16A}"/>
              </a:ext>
            </a:extLst>
          </p:cNvPr>
          <p:cNvSpPr>
            <a:spLocks xmlns:a="http://schemas.openxmlformats.org/drawingml/2006/main" noGrp="1"/>
          </p:cNvSpPr>
          <p:nvPr/>
        </p:nvSpPr>
        <p:spPr>
          <a:xfrm xmlns:a="http://schemas.openxmlformats.org/drawingml/2006/main">
            <a:off x="533400" y="400050"/>
            <a:ext cx="111252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284E3C"/>
                </a:solidFill>
                <a:latin typeface="Arial"/>
                <a:ea typeface="Arial"/>
                <a:cs typeface="Arial"/>
              </a:defRPr>
            </a:defPPr>
            <a:lvl1pPr>
              <a:buNone/>
              <a:defRPr sz="2850" b="1">
                <a:solidFill>
                  <a:srgbClr val="284E3C"/>
                </a:solidFill>
                <a:latin typeface="Arial"/>
                <a:ea typeface="Arial"/>
                <a:cs typeface="Arial"/>
              </a:defRPr>
            </a:lvl1pPr>
            <a:lvl2pPr>
              <a:buNone/>
              <a:defRPr sz="2850" b="1">
                <a:solidFill>
                  <a:srgbClr val="284E3C"/>
                </a:solidFill>
                <a:latin typeface="Arial"/>
                <a:ea typeface="Arial"/>
                <a:cs typeface="Arial"/>
              </a:defRPr>
            </a:lvl2pPr>
            <a:lvl3pPr>
              <a:buNone/>
              <a:defRPr sz="2850" b="1">
                <a:solidFill>
                  <a:srgbClr val="284E3C"/>
                </a:solidFill>
                <a:latin typeface="Arial"/>
                <a:ea typeface="Arial"/>
                <a:cs typeface="Arial"/>
              </a:defRPr>
            </a:lvl3pPr>
            <a:lvl4pPr>
              <a:buNone/>
              <a:defRPr sz="2850" b="1">
                <a:solidFill>
                  <a:srgbClr val="284E3C"/>
                </a:solidFill>
                <a:latin typeface="Arial"/>
                <a:ea typeface="Arial"/>
                <a:cs typeface="Arial"/>
              </a:defRPr>
            </a:lvl4pPr>
            <a:lvl5pPr>
              <a:buNone/>
              <a:defRPr sz="2850" b="1">
                <a:solidFill>
                  <a:srgbClr val="284E3C"/>
                </a:solidFill>
                <a:latin typeface="Arial"/>
                <a:ea typeface="Arial"/>
                <a:cs typeface="Arial"/>
              </a:defRPr>
            </a:lvl5pPr>
            <a:lvl6pPr>
              <a:buNone/>
              <a:defRPr sz="2850" b="1">
                <a:solidFill>
                  <a:srgbClr val="284E3C"/>
                </a:solidFill>
                <a:latin typeface="Arial"/>
                <a:ea typeface="Arial"/>
                <a:cs typeface="Arial"/>
              </a:defRPr>
            </a:lvl6pPr>
            <a:lvl7pPr>
              <a:buNone/>
              <a:defRPr sz="2850" b="1">
                <a:solidFill>
                  <a:srgbClr val="284E3C"/>
                </a:solidFill>
                <a:latin typeface="Arial"/>
                <a:ea typeface="Arial"/>
                <a:cs typeface="Arial"/>
              </a:defRPr>
            </a:lvl7pPr>
            <a:lvl8pPr>
              <a:buNone/>
              <a:defRPr sz="2850" b="1">
                <a:solidFill>
                  <a:srgbClr val="284E3C"/>
                </a:solidFill>
                <a:latin typeface="Arial"/>
                <a:ea typeface="Arial"/>
                <a:cs typeface="Arial"/>
              </a:defRPr>
            </a:lvl8pPr>
            <a:lvl9pPr>
              <a:buNone/>
              <a:defRPr sz="2850" b="1">
                <a:solidFill>
                  <a:srgbClr val="284E3C"/>
                </a:solidFill>
                <a:latin typeface="Arial"/>
                <a:ea typeface="Arial"/>
                <a:cs typeface="Arial"/>
              </a:defRPr>
            </a:lvl9pPr>
          </a:lstStyle>
          <a:p xmlns:a="http://schemas.openxmlformats.org/drawingml/2006/main">
            <a:r>
              <a:t/>
            </a:r>
          </a:p>
        </p:txBody>
      </p:sp>
      <p:sp>
        <p:nvSpPr>
          <p:cNvPr id="2" name="">
            <a:extLst xmlns:a="http://schemas.openxmlformats.org/drawingml/2006/main">
              <a:ext uri="{FF2B5EF4-FFF2-40B4-BE49-F238E27FC236}">
                <a16:creationId xmlns:a16="http://schemas.microsoft.com/office/drawing/2014/main" id="{7EF7528F-2123-4A70-8834-59F35CF1B0BF}"/>
              </a:ext>
            </a:extLst>
          </p:cNvPr>
          <p:cNvSpPr>
            <a:spLocks xmlns:a="http://schemas.openxmlformats.org/drawingml/2006/main" noGrp="1"/>
          </p:cNvSpPr>
          <p:nvPr/>
        </p:nvSpPr>
        <p:spPr>
          <a:xfrm xmlns:a="http://schemas.openxmlformats.org/drawingml/2006/main">
            <a:off x="533400" y="6286500"/>
            <a:ext cx="11125200" cy="9525"/>
          </a:xfrm>
          <a:prstGeom xmlns:a="http://schemas.openxmlformats.org/drawingml/2006/main" prst="rect">
            <a:avLst/>
          </a:prstGeom>
          <a:solidFill xmlns:a="http://schemas.openxmlformats.org/drawingml/2006/main">
            <a:srgbClr val="BBC8B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C21FA31-83E4-4446-9EE2-3E8A2C0ED7A8}"/>
              </a:ext>
            </a:extLst>
          </p:cNvPr>
          <p:cNvSpPr>
            <a:spLocks xmlns:a="http://schemas.openxmlformats.org/drawingml/2006/main" noGrp="1"/>
          </p:cNvSpPr>
          <p:nvPr/>
        </p:nvSpPr>
        <p:spPr>
          <a:xfrm xmlns:a="http://schemas.openxmlformats.org/drawingml/2006/main">
            <a:off x="533400" y="6448425"/>
            <a:ext cx="323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1">
                <a:solidFill>
                  <a:srgbClr val="5B6758"/>
                </a:solidFill>
                <a:latin typeface="Arial"/>
                <a:ea typeface="Arial"/>
                <a:cs typeface="Arial"/>
              </a:defRPr>
            </a:defPPr>
            <a:lvl1pPr>
              <a:buNone/>
              <a:defRPr sz="900" b="1">
                <a:solidFill>
                  <a:srgbClr val="5B6758"/>
                </a:solidFill>
                <a:latin typeface="Arial"/>
                <a:ea typeface="Arial"/>
                <a:cs typeface="Arial"/>
              </a:defRPr>
            </a:lvl1pPr>
            <a:lvl2pPr>
              <a:buNone/>
              <a:defRPr sz="900" b="1">
                <a:solidFill>
                  <a:srgbClr val="5B6758"/>
                </a:solidFill>
                <a:latin typeface="Arial"/>
                <a:ea typeface="Arial"/>
                <a:cs typeface="Arial"/>
              </a:defRPr>
            </a:lvl2pPr>
            <a:lvl3pPr>
              <a:buNone/>
              <a:defRPr sz="900" b="1">
                <a:solidFill>
                  <a:srgbClr val="5B6758"/>
                </a:solidFill>
                <a:latin typeface="Arial"/>
                <a:ea typeface="Arial"/>
                <a:cs typeface="Arial"/>
              </a:defRPr>
            </a:lvl3pPr>
            <a:lvl4pPr>
              <a:buNone/>
              <a:defRPr sz="900" b="1">
                <a:solidFill>
                  <a:srgbClr val="5B6758"/>
                </a:solidFill>
                <a:latin typeface="Arial"/>
                <a:ea typeface="Arial"/>
                <a:cs typeface="Arial"/>
              </a:defRPr>
            </a:lvl4pPr>
            <a:lvl5pPr>
              <a:buNone/>
              <a:defRPr sz="900" b="1">
                <a:solidFill>
                  <a:srgbClr val="5B6758"/>
                </a:solidFill>
                <a:latin typeface="Arial"/>
                <a:ea typeface="Arial"/>
                <a:cs typeface="Arial"/>
              </a:defRPr>
            </a:lvl5pPr>
            <a:lvl6pPr>
              <a:buNone/>
              <a:defRPr sz="900" b="1">
                <a:solidFill>
                  <a:srgbClr val="5B6758"/>
                </a:solidFill>
                <a:latin typeface="Arial"/>
                <a:ea typeface="Arial"/>
                <a:cs typeface="Arial"/>
              </a:defRPr>
            </a:lvl6pPr>
            <a:lvl7pPr>
              <a:buNone/>
              <a:defRPr sz="900" b="1">
                <a:solidFill>
                  <a:srgbClr val="5B6758"/>
                </a:solidFill>
                <a:latin typeface="Arial"/>
                <a:ea typeface="Arial"/>
                <a:cs typeface="Arial"/>
              </a:defRPr>
            </a:lvl7pPr>
            <a:lvl8pPr>
              <a:buNone/>
              <a:defRPr sz="900" b="1">
                <a:solidFill>
                  <a:srgbClr val="5B6758"/>
                </a:solidFill>
                <a:latin typeface="Arial"/>
                <a:ea typeface="Arial"/>
                <a:cs typeface="Arial"/>
              </a:defRPr>
            </a:lvl8pPr>
            <a:lvl9pPr>
              <a:buNone/>
              <a:defRPr sz="900" b="1">
                <a:solidFill>
                  <a:srgbClr val="5B6758"/>
                </a:solidFill>
                <a:latin typeface="Arial"/>
                <a:ea typeface="Arial"/>
                <a:cs typeface="Arial"/>
              </a:defRPr>
            </a:lvl9pPr>
          </a:lstStyle>
          <a:p xmlns:a="http://schemas.openxmlformats.org/drawingml/2006/main">
            <a:pPr>
              <a:buNone/>
              <a:defRPr sz="900" b="1">
                <a:solidFill>
                  <a:srgbClr val="5B6758"/>
                </a:solidFill>
                <a:latin typeface="Arial"/>
                <a:ea typeface="Arial"/>
                <a:cs typeface="Arial"/>
              </a:defRPr>
            </a:pPr>
            <a:r>
              <a:rPr sz="900" b="1">
                <a:solidFill>
                  <a:srgbClr val="5B6758"/>
                </a:solidFill>
                <a:latin typeface="Arial"/>
                <a:ea typeface="Arial"/>
                <a:cs typeface="Arial"/>
              </a:rPr>
              <a:t>NABTA BOTANICAL</a:t>
            </a:r>
          </a:p>
        </p:txBody>
      </p:sp>
      <p:sp>
        <p:nvSpPr>
          <p:cNvPr id="4" name="">
            <a:extLst xmlns:a="http://schemas.openxmlformats.org/drawingml/2006/main">
              <a:ext uri="{FF2B5EF4-FFF2-40B4-BE49-F238E27FC236}">
                <a16:creationId xmlns:a16="http://schemas.microsoft.com/office/drawing/2014/main" id="{AA16E234-CA28-4877-AC10-6D0432348ED3}"/>
              </a:ext>
            </a:extLst>
          </p:cNvPr>
          <p:cNvSpPr>
            <a:spLocks xmlns:a="http://schemas.openxmlformats.org/drawingml/2006/main" noGrp="1"/>
          </p:cNvSpPr>
          <p:nvPr/>
        </p:nvSpPr>
        <p:spPr>
          <a:xfrm xmlns:a="http://schemas.openxmlformats.org/drawingml/2006/main">
            <a:off x="9239250" y="6448425"/>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0">
                <a:solidFill>
                  <a:srgbClr val="5B6758"/>
                </a:solidFill>
                <a:latin typeface="Arial"/>
                <a:ea typeface="Arial"/>
                <a:cs typeface="Arial"/>
              </a:defRPr>
            </a:defPPr>
            <a:lvl1pPr>
              <a:buNone/>
              <a:defRPr sz="900" b="0">
                <a:solidFill>
                  <a:srgbClr val="5B6758"/>
                </a:solidFill>
                <a:latin typeface="Arial"/>
                <a:ea typeface="Arial"/>
                <a:cs typeface="Arial"/>
              </a:defRPr>
            </a:lvl1pPr>
            <a:lvl2pPr>
              <a:buNone/>
              <a:defRPr sz="900" b="0">
                <a:solidFill>
                  <a:srgbClr val="5B6758"/>
                </a:solidFill>
                <a:latin typeface="Arial"/>
                <a:ea typeface="Arial"/>
                <a:cs typeface="Arial"/>
              </a:defRPr>
            </a:lvl2pPr>
            <a:lvl3pPr>
              <a:buNone/>
              <a:defRPr sz="900" b="0">
                <a:solidFill>
                  <a:srgbClr val="5B6758"/>
                </a:solidFill>
                <a:latin typeface="Arial"/>
                <a:ea typeface="Arial"/>
                <a:cs typeface="Arial"/>
              </a:defRPr>
            </a:lvl3pPr>
            <a:lvl4pPr>
              <a:buNone/>
              <a:defRPr sz="900" b="0">
                <a:solidFill>
                  <a:srgbClr val="5B6758"/>
                </a:solidFill>
                <a:latin typeface="Arial"/>
                <a:ea typeface="Arial"/>
                <a:cs typeface="Arial"/>
              </a:defRPr>
            </a:lvl4pPr>
            <a:lvl5pPr>
              <a:buNone/>
              <a:defRPr sz="900" b="0">
                <a:solidFill>
                  <a:srgbClr val="5B6758"/>
                </a:solidFill>
                <a:latin typeface="Arial"/>
                <a:ea typeface="Arial"/>
                <a:cs typeface="Arial"/>
              </a:defRPr>
            </a:lvl5pPr>
            <a:lvl6pPr>
              <a:buNone/>
              <a:defRPr sz="900" b="0">
                <a:solidFill>
                  <a:srgbClr val="5B6758"/>
                </a:solidFill>
                <a:latin typeface="Arial"/>
                <a:ea typeface="Arial"/>
                <a:cs typeface="Arial"/>
              </a:defRPr>
            </a:lvl6pPr>
            <a:lvl7pPr>
              <a:buNone/>
              <a:defRPr sz="900" b="0">
                <a:solidFill>
                  <a:srgbClr val="5B6758"/>
                </a:solidFill>
                <a:latin typeface="Arial"/>
                <a:ea typeface="Arial"/>
                <a:cs typeface="Arial"/>
              </a:defRPr>
            </a:lvl7pPr>
            <a:lvl8pPr>
              <a:buNone/>
              <a:defRPr sz="900" b="0">
                <a:solidFill>
                  <a:srgbClr val="5B6758"/>
                </a:solidFill>
                <a:latin typeface="Arial"/>
                <a:ea typeface="Arial"/>
                <a:cs typeface="Arial"/>
              </a:defRPr>
            </a:lvl8pPr>
            <a:lvl9pPr>
              <a:buNone/>
              <a:defRPr sz="900" b="0">
                <a:solidFill>
                  <a:srgbClr val="5B6758"/>
                </a:solidFill>
                <a:latin typeface="Arial"/>
                <a:ea typeface="Arial"/>
                <a:cs typeface="Arial"/>
              </a:defRPr>
            </a:lvl9pPr>
          </a:lstStyle>
          <a:p xmlns:a="http://schemas.openxmlformats.org/drawingml/2006/main">
            <a:pPr>
              <a:buNone/>
              <a:defRPr sz="900" b="0">
                <a:solidFill>
                  <a:srgbClr val="5B6758"/>
                </a:solidFill>
                <a:latin typeface="Arial"/>
                <a:ea typeface="Arial"/>
                <a:cs typeface="Arial"/>
              </a:defRPr>
            </a:pPr>
            <a:r>
              <a:rPr sz="900" b="0">
                <a:solidFill>
                  <a:srgbClr val="5B6758"/>
                </a:solidFill>
                <a:latin typeface="Arial"/>
                <a:ea typeface="Arial"/>
                <a:cs typeface="Arial"/>
              </a:rPr>
              <a:t>01 / 13     0:00–0:30</a:t>
            </a:r>
          </a:p>
        </p:txBody>
      </p:sp>
      <p:sp>
        <p:nvSpPr>
          <p:cNvPr id="5" name="">
            <a:extLst xmlns:a="http://schemas.openxmlformats.org/drawingml/2006/main">
              <a:ext uri="{FF2B5EF4-FFF2-40B4-BE49-F238E27FC236}">
                <a16:creationId xmlns:a16="http://schemas.microsoft.com/office/drawing/2014/main" id="{D5682327-7F04-44D0-9FAA-D81F35641873}"/>
              </a:ext>
            </a:extLst>
          </p:cNvPr>
          <p:cNvSpPr>
            <a:spLocks xmlns:a="http://schemas.openxmlformats.org/drawingml/2006/main" noGrp="1"/>
          </p:cNvSpPr>
          <p:nvPr/>
        </p:nvSpPr>
        <p:spPr>
          <a:xfrm xmlns:a="http://schemas.openxmlformats.org/drawingml/2006/main">
            <a:off x="5905500" y="0"/>
            <a:ext cx="6286500" cy="6191250"/>
          </a:xfrm>
          <a:prstGeom xmlns:a="http://schemas.openxmlformats.org/drawingml/2006/main" prst="rect">
            <a:avLst/>
          </a:prstGeom>
          <a:solidFill xmlns:a="http://schemas.openxmlformats.org/drawingml/2006/main">
            <a:srgbClr val="284E3C"/>
          </a:solidFill>
          <a:ln xmlns:a="http://schemas.openxmlformats.org/drawingml/2006/main" w="0">
            <a:noFill/>
          </a:ln>
        </p:spPr>
      </p:sp>
      <p:pic>
        <p:nvPicPr>
          <p:cNvPr id="6" name="">
            <a:extLst xmlns:a="http://schemas.openxmlformats.org/drawingml/2006/main">
              <a:ext uri="{FF2B5EF4-FFF2-40B4-BE49-F238E27FC236}">
                <a16:creationId xmlns:a16="http://schemas.microsoft.com/office/drawing/2014/main" id="{DEAD9A1D-7591-47F1-B158-63B47DAD01B2}"/>
              </a:ext>
            </a:extLst>
          </p:cNvPr>
          <p:cNvPicPr>
            <a:picLocks xmlns:a="http://schemas.openxmlformats.org/drawingml/2006/main" noChangeAspect="1"/>
          </p:cNvPicPr>
          <p:nvPr/>
        </p:nvPicPr>
        <p:blipFill>
          <a:blip xmlns:r="http://schemas.openxmlformats.org/officeDocument/2006/relationships" xmlns:a="http://schemas.openxmlformats.org/drawingml/2006/main" r:embed="R5195300ccc74409c"/>
          <a:stretch xmlns:a="http://schemas.openxmlformats.org/drawingml/2006/main"/>
        </p:blipFill>
        <p:spPr>
          <a:xfrm xmlns:a="http://schemas.openxmlformats.org/drawingml/2006/main">
            <a:off x="6048375" y="764206"/>
            <a:ext cx="5857875" cy="3662713"/>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A7E1A8EB-03BB-44AD-928F-781308C1028C}"/>
              </a:ext>
            </a:extLst>
          </p:cNvPr>
          <p:cNvSpPr>
            <a:spLocks xmlns:a="http://schemas.openxmlformats.org/drawingml/2006/main" noGrp="1"/>
          </p:cNvSpPr>
          <p:nvPr/>
        </p:nvSpPr>
        <p:spPr>
          <a:xfrm xmlns:a="http://schemas.openxmlformats.org/drawingml/2006/main">
            <a:off x="6334125" y="4667250"/>
            <a:ext cx="5143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75" b="1">
                <a:solidFill>
                  <a:srgbClr val="FFF9EF"/>
                </a:solidFill>
                <a:latin typeface="Arial"/>
                <a:ea typeface="Arial"/>
                <a:cs typeface="Arial"/>
              </a:defRPr>
            </a:defPPr>
            <a:lvl1pPr>
              <a:buNone/>
              <a:defRPr sz="3075" b="1">
                <a:solidFill>
                  <a:srgbClr val="FFF9EF"/>
                </a:solidFill>
                <a:latin typeface="Arial"/>
                <a:ea typeface="Arial"/>
                <a:cs typeface="Arial"/>
              </a:defRPr>
            </a:lvl1pPr>
            <a:lvl2pPr>
              <a:buNone/>
              <a:defRPr sz="3075" b="1">
                <a:solidFill>
                  <a:srgbClr val="FFF9EF"/>
                </a:solidFill>
                <a:latin typeface="Arial"/>
                <a:ea typeface="Arial"/>
                <a:cs typeface="Arial"/>
              </a:defRPr>
            </a:lvl2pPr>
            <a:lvl3pPr>
              <a:buNone/>
              <a:defRPr sz="3075" b="1">
                <a:solidFill>
                  <a:srgbClr val="FFF9EF"/>
                </a:solidFill>
                <a:latin typeface="Arial"/>
                <a:ea typeface="Arial"/>
                <a:cs typeface="Arial"/>
              </a:defRPr>
            </a:lvl3pPr>
            <a:lvl4pPr>
              <a:buNone/>
              <a:defRPr sz="3075" b="1">
                <a:solidFill>
                  <a:srgbClr val="FFF9EF"/>
                </a:solidFill>
                <a:latin typeface="Arial"/>
                <a:ea typeface="Arial"/>
                <a:cs typeface="Arial"/>
              </a:defRPr>
            </a:lvl4pPr>
            <a:lvl5pPr>
              <a:buNone/>
              <a:defRPr sz="3075" b="1">
                <a:solidFill>
                  <a:srgbClr val="FFF9EF"/>
                </a:solidFill>
                <a:latin typeface="Arial"/>
                <a:ea typeface="Arial"/>
                <a:cs typeface="Arial"/>
              </a:defRPr>
            </a:lvl5pPr>
            <a:lvl6pPr>
              <a:buNone/>
              <a:defRPr sz="3075" b="1">
                <a:solidFill>
                  <a:srgbClr val="FFF9EF"/>
                </a:solidFill>
                <a:latin typeface="Arial"/>
                <a:ea typeface="Arial"/>
                <a:cs typeface="Arial"/>
              </a:defRPr>
            </a:lvl6pPr>
            <a:lvl7pPr>
              <a:buNone/>
              <a:defRPr sz="3075" b="1">
                <a:solidFill>
                  <a:srgbClr val="FFF9EF"/>
                </a:solidFill>
                <a:latin typeface="Arial"/>
                <a:ea typeface="Arial"/>
                <a:cs typeface="Arial"/>
              </a:defRPr>
            </a:lvl7pPr>
            <a:lvl8pPr>
              <a:buNone/>
              <a:defRPr sz="3075" b="1">
                <a:solidFill>
                  <a:srgbClr val="FFF9EF"/>
                </a:solidFill>
                <a:latin typeface="Arial"/>
                <a:ea typeface="Arial"/>
                <a:cs typeface="Arial"/>
              </a:defRPr>
            </a:lvl8pPr>
            <a:lvl9pPr>
              <a:buNone/>
              <a:defRPr sz="3075" b="1">
                <a:solidFill>
                  <a:srgbClr val="FFF9EF"/>
                </a:solidFill>
                <a:latin typeface="Arial"/>
                <a:ea typeface="Arial"/>
                <a:cs typeface="Arial"/>
              </a:defRPr>
            </a:lvl9pPr>
          </a:lstStyle>
          <a:p xmlns:a="http://schemas.openxmlformats.org/drawingml/2006/main">
            <a:pPr>
              <a:buNone/>
              <a:defRPr sz="3075" b="1">
                <a:solidFill>
                  <a:srgbClr val="FFF9EF"/>
                </a:solidFill>
                <a:latin typeface="Arial"/>
                <a:ea typeface="Arial"/>
                <a:cs typeface="Arial"/>
              </a:defRPr>
            </a:pPr>
            <a:r>
              <a:rPr sz="3075" b="1">
                <a:solidFill>
                  <a:srgbClr val="FFF9EF"/>
                </a:solidFill>
                <a:latin typeface="Arial"/>
                <a:ea typeface="Arial"/>
                <a:cs typeface="Arial"/>
              </a:rPr>
              <a:t>A little nature,</a:t>
            </a:r>
          </a:p>
          <a:p xmlns:a="http://schemas.openxmlformats.org/drawingml/2006/main">
            <a:pPr>
              <a:buNone/>
              <a:defRPr sz="3075" b="1">
                <a:solidFill>
                  <a:srgbClr val="FFF9EF"/>
                </a:solidFill>
                <a:latin typeface="Arial"/>
                <a:ea typeface="Arial"/>
                <a:cs typeface="Arial"/>
              </a:defRPr>
            </a:pPr>
            <a:r>
              <a:rPr sz="3075" b="1">
                <a:solidFill>
                  <a:srgbClr val="FFF9EF"/>
                </a:solidFill>
                <a:latin typeface="Arial"/>
                <a:ea typeface="Arial"/>
                <a:cs typeface="Arial"/>
              </a:rPr>
              <a:t>closer to home.</a:t>
            </a:r>
          </a:p>
        </p:txBody>
      </p:sp>
      <p:sp>
        <p:nvSpPr>
          <p:cNvPr id="8" name="">
            <a:extLst xmlns:a="http://schemas.openxmlformats.org/drawingml/2006/main">
              <a:ext uri="{FF2B5EF4-FFF2-40B4-BE49-F238E27FC236}">
                <a16:creationId xmlns:a16="http://schemas.microsoft.com/office/drawing/2014/main" id="{2D01F941-D717-4217-9808-1E9D2796787F}"/>
              </a:ext>
            </a:extLst>
          </p:cNvPr>
          <p:cNvSpPr>
            <a:spLocks xmlns:a="http://schemas.openxmlformats.org/drawingml/2006/main" noGrp="1"/>
          </p:cNvSpPr>
          <p:nvPr/>
        </p:nvSpPr>
        <p:spPr>
          <a:xfrm xmlns:a="http://schemas.openxmlformats.org/drawingml/2006/main">
            <a:off x="533400" y="1314450"/>
            <a:ext cx="5238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6225" b="1">
                <a:solidFill>
                  <a:srgbClr val="284E3C"/>
                </a:solidFill>
                <a:latin typeface="Arial"/>
                <a:ea typeface="Arial"/>
                <a:cs typeface="Arial"/>
              </a:defRPr>
            </a:defPPr>
            <a:lvl1pPr>
              <a:buNone/>
              <a:defRPr sz="6225" b="1">
                <a:solidFill>
                  <a:srgbClr val="284E3C"/>
                </a:solidFill>
                <a:latin typeface="Arial"/>
                <a:ea typeface="Arial"/>
                <a:cs typeface="Arial"/>
              </a:defRPr>
            </a:lvl1pPr>
            <a:lvl2pPr>
              <a:buNone/>
              <a:defRPr sz="6225" b="1">
                <a:solidFill>
                  <a:srgbClr val="284E3C"/>
                </a:solidFill>
                <a:latin typeface="Arial"/>
                <a:ea typeface="Arial"/>
                <a:cs typeface="Arial"/>
              </a:defRPr>
            </a:lvl2pPr>
            <a:lvl3pPr>
              <a:buNone/>
              <a:defRPr sz="6225" b="1">
                <a:solidFill>
                  <a:srgbClr val="284E3C"/>
                </a:solidFill>
                <a:latin typeface="Arial"/>
                <a:ea typeface="Arial"/>
                <a:cs typeface="Arial"/>
              </a:defRPr>
            </a:lvl3pPr>
            <a:lvl4pPr>
              <a:buNone/>
              <a:defRPr sz="6225" b="1">
                <a:solidFill>
                  <a:srgbClr val="284E3C"/>
                </a:solidFill>
                <a:latin typeface="Arial"/>
                <a:ea typeface="Arial"/>
                <a:cs typeface="Arial"/>
              </a:defRPr>
            </a:lvl4pPr>
            <a:lvl5pPr>
              <a:buNone/>
              <a:defRPr sz="6225" b="1">
                <a:solidFill>
                  <a:srgbClr val="284E3C"/>
                </a:solidFill>
                <a:latin typeface="Arial"/>
                <a:ea typeface="Arial"/>
                <a:cs typeface="Arial"/>
              </a:defRPr>
            </a:lvl5pPr>
            <a:lvl6pPr>
              <a:buNone/>
              <a:defRPr sz="6225" b="1">
                <a:solidFill>
                  <a:srgbClr val="284E3C"/>
                </a:solidFill>
                <a:latin typeface="Arial"/>
                <a:ea typeface="Arial"/>
                <a:cs typeface="Arial"/>
              </a:defRPr>
            </a:lvl6pPr>
            <a:lvl7pPr>
              <a:buNone/>
              <a:defRPr sz="6225" b="1">
                <a:solidFill>
                  <a:srgbClr val="284E3C"/>
                </a:solidFill>
                <a:latin typeface="Arial"/>
                <a:ea typeface="Arial"/>
                <a:cs typeface="Arial"/>
              </a:defRPr>
            </a:lvl7pPr>
            <a:lvl8pPr>
              <a:buNone/>
              <a:defRPr sz="6225" b="1">
                <a:solidFill>
                  <a:srgbClr val="284E3C"/>
                </a:solidFill>
                <a:latin typeface="Arial"/>
                <a:ea typeface="Arial"/>
                <a:cs typeface="Arial"/>
              </a:defRPr>
            </a:lvl8pPr>
            <a:lvl9pPr>
              <a:buNone/>
              <a:defRPr sz="6225" b="1">
                <a:solidFill>
                  <a:srgbClr val="284E3C"/>
                </a:solidFill>
                <a:latin typeface="Arial"/>
                <a:ea typeface="Arial"/>
                <a:cs typeface="Arial"/>
              </a:defRPr>
            </a:lvl9pPr>
          </a:lstStyle>
          <a:p xmlns:a="http://schemas.openxmlformats.org/drawingml/2006/main">
            <a:pPr>
              <a:buNone/>
              <a:defRPr sz="6225" b="1">
                <a:solidFill>
                  <a:srgbClr val="284E3C"/>
                </a:solidFill>
                <a:latin typeface="Arial"/>
                <a:ea typeface="Arial"/>
                <a:cs typeface="Arial"/>
              </a:defRPr>
            </a:pPr>
            <a:r>
              <a:rPr sz="6225" b="1">
                <a:solidFill>
                  <a:srgbClr val="284E3C"/>
                </a:solidFill>
                <a:latin typeface="Arial"/>
                <a:ea typeface="Arial"/>
                <a:cs typeface="Arial"/>
              </a:rPr>
              <a:t>NABTA</a:t>
            </a:r>
          </a:p>
        </p:txBody>
      </p:sp>
      <p:sp>
        <p:nvSpPr>
          <p:cNvPr id="9" name="">
            <a:extLst xmlns:a="http://schemas.openxmlformats.org/drawingml/2006/main">
              <a:ext uri="{FF2B5EF4-FFF2-40B4-BE49-F238E27FC236}">
                <a16:creationId xmlns:a16="http://schemas.microsoft.com/office/drawing/2014/main" id="{9B52CA15-E1F5-4D07-BB74-9FA70EA384E3}"/>
              </a:ext>
            </a:extLst>
          </p:cNvPr>
          <p:cNvSpPr>
            <a:spLocks xmlns:a="http://schemas.openxmlformats.org/drawingml/2006/main" noGrp="1"/>
          </p:cNvSpPr>
          <p:nvPr/>
        </p:nvSpPr>
        <p:spPr>
          <a:xfrm xmlns:a="http://schemas.openxmlformats.org/drawingml/2006/main">
            <a:off x="581025" y="2333625"/>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0">
                <a:solidFill>
                  <a:srgbClr val="5B6758"/>
                </a:solidFill>
                <a:latin typeface="Arial"/>
                <a:ea typeface="Arial"/>
                <a:cs typeface="Arial"/>
              </a:defRPr>
            </a:defPPr>
            <a:lvl1pPr>
              <a:buNone/>
              <a:defRPr sz="2400" b="0">
                <a:solidFill>
                  <a:srgbClr val="5B6758"/>
                </a:solidFill>
                <a:latin typeface="Arial"/>
                <a:ea typeface="Arial"/>
                <a:cs typeface="Arial"/>
              </a:defRPr>
            </a:lvl1pPr>
            <a:lvl2pPr>
              <a:buNone/>
              <a:defRPr sz="2400" b="0">
                <a:solidFill>
                  <a:srgbClr val="5B6758"/>
                </a:solidFill>
                <a:latin typeface="Arial"/>
                <a:ea typeface="Arial"/>
                <a:cs typeface="Arial"/>
              </a:defRPr>
            </a:lvl2pPr>
            <a:lvl3pPr>
              <a:buNone/>
              <a:defRPr sz="2400" b="0">
                <a:solidFill>
                  <a:srgbClr val="5B6758"/>
                </a:solidFill>
                <a:latin typeface="Arial"/>
                <a:ea typeface="Arial"/>
                <a:cs typeface="Arial"/>
              </a:defRPr>
            </a:lvl3pPr>
            <a:lvl4pPr>
              <a:buNone/>
              <a:defRPr sz="2400" b="0">
                <a:solidFill>
                  <a:srgbClr val="5B6758"/>
                </a:solidFill>
                <a:latin typeface="Arial"/>
                <a:ea typeface="Arial"/>
                <a:cs typeface="Arial"/>
              </a:defRPr>
            </a:lvl4pPr>
            <a:lvl5pPr>
              <a:buNone/>
              <a:defRPr sz="2400" b="0">
                <a:solidFill>
                  <a:srgbClr val="5B6758"/>
                </a:solidFill>
                <a:latin typeface="Arial"/>
                <a:ea typeface="Arial"/>
                <a:cs typeface="Arial"/>
              </a:defRPr>
            </a:lvl5pPr>
            <a:lvl6pPr>
              <a:buNone/>
              <a:defRPr sz="2400" b="0">
                <a:solidFill>
                  <a:srgbClr val="5B6758"/>
                </a:solidFill>
                <a:latin typeface="Arial"/>
                <a:ea typeface="Arial"/>
                <a:cs typeface="Arial"/>
              </a:defRPr>
            </a:lvl6pPr>
            <a:lvl7pPr>
              <a:buNone/>
              <a:defRPr sz="2400" b="0">
                <a:solidFill>
                  <a:srgbClr val="5B6758"/>
                </a:solidFill>
                <a:latin typeface="Arial"/>
                <a:ea typeface="Arial"/>
                <a:cs typeface="Arial"/>
              </a:defRPr>
            </a:lvl7pPr>
            <a:lvl8pPr>
              <a:buNone/>
              <a:defRPr sz="2400" b="0">
                <a:solidFill>
                  <a:srgbClr val="5B6758"/>
                </a:solidFill>
                <a:latin typeface="Arial"/>
                <a:ea typeface="Arial"/>
                <a:cs typeface="Arial"/>
              </a:defRPr>
            </a:lvl8pPr>
            <a:lvl9pPr>
              <a:buNone/>
              <a:defRPr sz="2400" b="0">
                <a:solidFill>
                  <a:srgbClr val="5B6758"/>
                </a:solidFill>
                <a:latin typeface="Arial"/>
                <a:ea typeface="Arial"/>
                <a:cs typeface="Arial"/>
              </a:defRPr>
            </a:lvl9pPr>
          </a:lstStyle>
          <a:p xmlns:a="http://schemas.openxmlformats.org/drawingml/2006/main">
            <a:pPr>
              <a:buNone/>
              <a:defRPr sz="2400" b="0">
                <a:solidFill>
                  <a:srgbClr val="5B6758"/>
                </a:solidFill>
                <a:latin typeface="Arial"/>
                <a:ea typeface="Arial"/>
                <a:cs typeface="Arial"/>
              </a:defRPr>
            </a:pPr>
            <a:r>
              <a:rPr sz="2400" b="0">
                <a:solidFill>
                  <a:srgbClr val="5B6758"/>
                </a:solidFill>
                <a:latin typeface="Arial"/>
                <a:ea typeface="Arial"/>
                <a:cs typeface="Arial"/>
              </a:rPr>
              <a:t>BOTANICAL</a:t>
            </a:r>
          </a:p>
        </p:txBody>
      </p:sp>
      <p:sp>
        <p:nvSpPr>
          <p:cNvPr id="10" name="">
            <a:extLst xmlns:a="http://schemas.openxmlformats.org/drawingml/2006/main">
              <a:ext uri="{FF2B5EF4-FFF2-40B4-BE49-F238E27FC236}">
                <a16:creationId xmlns:a16="http://schemas.microsoft.com/office/drawing/2014/main" id="{ABA11884-4CCF-446C-A0FF-1529F6DE27B8}"/>
              </a:ext>
            </a:extLst>
          </p:cNvPr>
          <p:cNvSpPr>
            <a:spLocks xmlns:a="http://schemas.openxmlformats.org/drawingml/2006/main" noGrp="1"/>
          </p:cNvSpPr>
          <p:nvPr/>
        </p:nvSpPr>
        <p:spPr>
          <a:xfrm xmlns:a="http://schemas.openxmlformats.org/drawingml/2006/main">
            <a:off x="581025" y="3257550"/>
            <a:ext cx="481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84E3C"/>
                </a:solidFill>
                <a:latin typeface="Arial"/>
                <a:ea typeface="Arial"/>
                <a:cs typeface="Arial"/>
              </a:defRPr>
            </a:defPPr>
            <a:lvl1pPr>
              <a:buNone/>
              <a:defRPr sz="2250" b="1">
                <a:solidFill>
                  <a:srgbClr val="284E3C"/>
                </a:solidFill>
                <a:latin typeface="Arial"/>
                <a:ea typeface="Arial"/>
                <a:cs typeface="Arial"/>
              </a:defRPr>
            </a:lvl1pPr>
            <a:lvl2pPr>
              <a:buNone/>
              <a:defRPr sz="2250" b="1">
                <a:solidFill>
                  <a:srgbClr val="284E3C"/>
                </a:solidFill>
                <a:latin typeface="Arial"/>
                <a:ea typeface="Arial"/>
                <a:cs typeface="Arial"/>
              </a:defRPr>
            </a:lvl2pPr>
            <a:lvl3pPr>
              <a:buNone/>
              <a:defRPr sz="2250" b="1">
                <a:solidFill>
                  <a:srgbClr val="284E3C"/>
                </a:solidFill>
                <a:latin typeface="Arial"/>
                <a:ea typeface="Arial"/>
                <a:cs typeface="Arial"/>
              </a:defRPr>
            </a:lvl3pPr>
            <a:lvl4pPr>
              <a:buNone/>
              <a:defRPr sz="2250" b="1">
                <a:solidFill>
                  <a:srgbClr val="284E3C"/>
                </a:solidFill>
                <a:latin typeface="Arial"/>
                <a:ea typeface="Arial"/>
                <a:cs typeface="Arial"/>
              </a:defRPr>
            </a:lvl4pPr>
            <a:lvl5pPr>
              <a:buNone/>
              <a:defRPr sz="2250" b="1">
                <a:solidFill>
                  <a:srgbClr val="284E3C"/>
                </a:solidFill>
                <a:latin typeface="Arial"/>
                <a:ea typeface="Arial"/>
                <a:cs typeface="Arial"/>
              </a:defRPr>
            </a:lvl5pPr>
            <a:lvl6pPr>
              <a:buNone/>
              <a:defRPr sz="2250" b="1">
                <a:solidFill>
                  <a:srgbClr val="284E3C"/>
                </a:solidFill>
                <a:latin typeface="Arial"/>
                <a:ea typeface="Arial"/>
                <a:cs typeface="Arial"/>
              </a:defRPr>
            </a:lvl6pPr>
            <a:lvl7pPr>
              <a:buNone/>
              <a:defRPr sz="2250" b="1">
                <a:solidFill>
                  <a:srgbClr val="284E3C"/>
                </a:solidFill>
                <a:latin typeface="Arial"/>
                <a:ea typeface="Arial"/>
                <a:cs typeface="Arial"/>
              </a:defRPr>
            </a:lvl7pPr>
            <a:lvl8pPr>
              <a:buNone/>
              <a:defRPr sz="2250" b="1">
                <a:solidFill>
                  <a:srgbClr val="284E3C"/>
                </a:solidFill>
                <a:latin typeface="Arial"/>
                <a:ea typeface="Arial"/>
                <a:cs typeface="Arial"/>
              </a:defRPr>
            </a:lvl8pPr>
            <a:lvl9pPr>
              <a:buNone/>
              <a:defRPr sz="2250" b="1">
                <a:solidFill>
                  <a:srgbClr val="284E3C"/>
                </a:solidFill>
                <a:latin typeface="Arial"/>
                <a:ea typeface="Arial"/>
                <a:cs typeface="Arial"/>
              </a:defRPr>
            </a:lvl9pPr>
          </a:lstStyle>
          <a:p xmlns:a="http://schemas.openxmlformats.org/drawingml/2006/main">
            <a:pPr>
              <a:buNone/>
              <a:defRPr sz="2250" b="1">
                <a:solidFill>
                  <a:srgbClr val="284E3C"/>
                </a:solidFill>
                <a:latin typeface="Arial"/>
                <a:ea typeface="Arial"/>
                <a:cs typeface="Arial"/>
              </a:defRPr>
            </a:pPr>
            <a:r>
              <a:rPr sz="2250" b="1">
                <a:solidFill>
                  <a:srgbClr val="284E3C"/>
                </a:solidFill>
                <a:latin typeface="Arial"/>
                <a:ea typeface="Arial"/>
                <a:cs typeface="Arial"/>
              </a:rPr>
              <a:t>E-commerce website</a:t>
            </a:r>
          </a:p>
        </p:txBody>
      </p:sp>
      <p:sp>
        <p:nvSpPr>
          <p:cNvPr id="11" name="">
            <a:extLst xmlns:a="http://schemas.openxmlformats.org/drawingml/2006/main">
              <a:ext uri="{FF2B5EF4-FFF2-40B4-BE49-F238E27FC236}">
                <a16:creationId xmlns:a16="http://schemas.microsoft.com/office/drawing/2014/main" id="{FC1A9596-2292-44B8-8531-13253B8827D8}"/>
              </a:ext>
            </a:extLst>
          </p:cNvPr>
          <p:cNvSpPr>
            <a:spLocks xmlns:a="http://schemas.openxmlformats.org/drawingml/2006/main" noGrp="1"/>
          </p:cNvSpPr>
          <p:nvPr/>
        </p:nvSpPr>
        <p:spPr>
          <a:xfrm xmlns:a="http://schemas.openxmlformats.org/drawingml/2006/main">
            <a:off x="581025" y="3905250"/>
            <a:ext cx="476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B6758"/>
                </a:solidFill>
                <a:latin typeface="Arial"/>
                <a:ea typeface="Arial"/>
                <a:cs typeface="Arial"/>
              </a:defRPr>
            </a:defPPr>
            <a:lvl1pPr>
              <a:buNone/>
              <a:defRPr sz="1800" b="0">
                <a:solidFill>
                  <a:srgbClr val="5B6758"/>
                </a:solidFill>
                <a:latin typeface="Arial"/>
                <a:ea typeface="Arial"/>
                <a:cs typeface="Arial"/>
              </a:defRPr>
            </a:lvl1pPr>
            <a:lvl2pPr>
              <a:buNone/>
              <a:defRPr sz="1800" b="0">
                <a:solidFill>
                  <a:srgbClr val="5B6758"/>
                </a:solidFill>
                <a:latin typeface="Arial"/>
                <a:ea typeface="Arial"/>
                <a:cs typeface="Arial"/>
              </a:defRPr>
            </a:lvl2pPr>
            <a:lvl3pPr>
              <a:buNone/>
              <a:defRPr sz="1800" b="0">
                <a:solidFill>
                  <a:srgbClr val="5B6758"/>
                </a:solidFill>
                <a:latin typeface="Arial"/>
                <a:ea typeface="Arial"/>
                <a:cs typeface="Arial"/>
              </a:defRPr>
            </a:lvl3pPr>
            <a:lvl4pPr>
              <a:buNone/>
              <a:defRPr sz="1800" b="0">
                <a:solidFill>
                  <a:srgbClr val="5B6758"/>
                </a:solidFill>
                <a:latin typeface="Arial"/>
                <a:ea typeface="Arial"/>
                <a:cs typeface="Arial"/>
              </a:defRPr>
            </a:lvl4pPr>
            <a:lvl5pPr>
              <a:buNone/>
              <a:defRPr sz="1800" b="0">
                <a:solidFill>
                  <a:srgbClr val="5B6758"/>
                </a:solidFill>
                <a:latin typeface="Arial"/>
                <a:ea typeface="Arial"/>
                <a:cs typeface="Arial"/>
              </a:defRPr>
            </a:lvl5pPr>
            <a:lvl6pPr>
              <a:buNone/>
              <a:defRPr sz="1800" b="0">
                <a:solidFill>
                  <a:srgbClr val="5B6758"/>
                </a:solidFill>
                <a:latin typeface="Arial"/>
                <a:ea typeface="Arial"/>
                <a:cs typeface="Arial"/>
              </a:defRPr>
            </a:lvl6pPr>
            <a:lvl7pPr>
              <a:buNone/>
              <a:defRPr sz="1800" b="0">
                <a:solidFill>
                  <a:srgbClr val="5B6758"/>
                </a:solidFill>
                <a:latin typeface="Arial"/>
                <a:ea typeface="Arial"/>
                <a:cs typeface="Arial"/>
              </a:defRPr>
            </a:lvl7pPr>
            <a:lvl8pPr>
              <a:buNone/>
              <a:defRPr sz="1800" b="0">
                <a:solidFill>
                  <a:srgbClr val="5B6758"/>
                </a:solidFill>
                <a:latin typeface="Arial"/>
                <a:ea typeface="Arial"/>
                <a:cs typeface="Arial"/>
              </a:defRPr>
            </a:lvl8pPr>
            <a:lvl9pPr>
              <a:buNone/>
              <a:defRPr sz="1800" b="0">
                <a:solidFill>
                  <a:srgbClr val="5B6758"/>
                </a:solidFill>
                <a:latin typeface="Arial"/>
                <a:ea typeface="Arial"/>
                <a:cs typeface="Arial"/>
              </a:defRPr>
            </a:lvl9pPr>
          </a:lstStyle>
          <a:p xmlns:a="http://schemas.openxmlformats.org/drawingml/2006/main">
            <a:pPr>
              <a:buNone/>
              <a:defRPr sz="1800" b="0">
                <a:solidFill>
                  <a:srgbClr val="5B6758"/>
                </a:solidFill>
                <a:latin typeface="Arial"/>
                <a:ea typeface="Arial"/>
                <a:cs typeface="Arial"/>
              </a:defRPr>
            </a:pPr>
            <a:r>
              <a:rPr sz="1800" b="0">
                <a:solidFill>
                  <a:srgbClr val="5B6758"/>
                </a:solidFill>
                <a:latin typeface="Arial"/>
                <a:ea typeface="Arial"/>
                <a:cs typeface="Arial"/>
              </a:rPr>
              <a:t>Customer experience, store management</a:t>
            </a:r>
          </a:p>
          <a:p xmlns:a="http://schemas.openxmlformats.org/drawingml/2006/main">
            <a:pPr>
              <a:buNone/>
              <a:defRPr sz="1800" b="0">
                <a:solidFill>
                  <a:srgbClr val="5B6758"/>
                </a:solidFill>
                <a:latin typeface="Arial"/>
                <a:ea typeface="Arial"/>
                <a:cs typeface="Arial"/>
              </a:defRPr>
            </a:pPr>
            <a:r>
              <a:rPr sz="1800" b="0">
                <a:solidFill>
                  <a:srgbClr val="5B6758"/>
                </a:solidFill>
                <a:latin typeface="Arial"/>
                <a:ea typeface="Arial"/>
                <a:cs typeface="Arial"/>
              </a:rPr>
              <a:t>and AI-powered reports</a:t>
            </a:r>
          </a:p>
        </p:txBody>
      </p:sp>
      <p:sp>
        <p:nvSpPr>
          <p:cNvPr id="12" name="">
            <a:extLst xmlns:a="http://schemas.openxmlformats.org/drawingml/2006/main">
              <a:ext uri="{FF2B5EF4-FFF2-40B4-BE49-F238E27FC236}">
                <a16:creationId xmlns:a16="http://schemas.microsoft.com/office/drawing/2014/main" id="{06EFF74C-34A1-4D4C-9887-5C85B0588208}"/>
              </a:ext>
            </a:extLst>
          </p:cNvPr>
          <p:cNvSpPr>
            <a:spLocks xmlns:a="http://schemas.openxmlformats.org/drawingml/2006/main" noGrp="1"/>
          </p:cNvSpPr>
          <p:nvPr/>
        </p:nvSpPr>
        <p:spPr>
          <a:xfrm xmlns:a="http://schemas.openxmlformats.org/drawingml/2006/main">
            <a:off x="581025" y="5429250"/>
            <a:ext cx="466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1">
                <a:solidFill>
                  <a:srgbClr val="5B6758"/>
                </a:solidFill>
                <a:latin typeface="Arial"/>
                <a:ea typeface="Arial"/>
                <a:cs typeface="Arial"/>
              </a:defRPr>
            </a:defPPr>
            <a:lvl1pPr>
              <a:buNone/>
              <a:defRPr sz="1125" b="1">
                <a:solidFill>
                  <a:srgbClr val="5B6758"/>
                </a:solidFill>
                <a:latin typeface="Arial"/>
                <a:ea typeface="Arial"/>
                <a:cs typeface="Arial"/>
              </a:defRPr>
            </a:lvl1pPr>
            <a:lvl2pPr>
              <a:buNone/>
              <a:defRPr sz="1125" b="1">
                <a:solidFill>
                  <a:srgbClr val="5B6758"/>
                </a:solidFill>
                <a:latin typeface="Arial"/>
                <a:ea typeface="Arial"/>
                <a:cs typeface="Arial"/>
              </a:defRPr>
            </a:lvl2pPr>
            <a:lvl3pPr>
              <a:buNone/>
              <a:defRPr sz="1125" b="1">
                <a:solidFill>
                  <a:srgbClr val="5B6758"/>
                </a:solidFill>
                <a:latin typeface="Arial"/>
                <a:ea typeface="Arial"/>
                <a:cs typeface="Arial"/>
              </a:defRPr>
            </a:lvl3pPr>
            <a:lvl4pPr>
              <a:buNone/>
              <a:defRPr sz="1125" b="1">
                <a:solidFill>
                  <a:srgbClr val="5B6758"/>
                </a:solidFill>
                <a:latin typeface="Arial"/>
                <a:ea typeface="Arial"/>
                <a:cs typeface="Arial"/>
              </a:defRPr>
            </a:lvl4pPr>
            <a:lvl5pPr>
              <a:buNone/>
              <a:defRPr sz="1125" b="1">
                <a:solidFill>
                  <a:srgbClr val="5B6758"/>
                </a:solidFill>
                <a:latin typeface="Arial"/>
                <a:ea typeface="Arial"/>
                <a:cs typeface="Arial"/>
              </a:defRPr>
            </a:lvl5pPr>
            <a:lvl6pPr>
              <a:buNone/>
              <a:defRPr sz="1125" b="1">
                <a:solidFill>
                  <a:srgbClr val="5B6758"/>
                </a:solidFill>
                <a:latin typeface="Arial"/>
                <a:ea typeface="Arial"/>
                <a:cs typeface="Arial"/>
              </a:defRPr>
            </a:lvl6pPr>
            <a:lvl7pPr>
              <a:buNone/>
              <a:defRPr sz="1125" b="1">
                <a:solidFill>
                  <a:srgbClr val="5B6758"/>
                </a:solidFill>
                <a:latin typeface="Arial"/>
                <a:ea typeface="Arial"/>
                <a:cs typeface="Arial"/>
              </a:defRPr>
            </a:lvl7pPr>
            <a:lvl8pPr>
              <a:buNone/>
              <a:defRPr sz="1125" b="1">
                <a:solidFill>
                  <a:srgbClr val="5B6758"/>
                </a:solidFill>
                <a:latin typeface="Arial"/>
                <a:ea typeface="Arial"/>
                <a:cs typeface="Arial"/>
              </a:defRPr>
            </a:lvl8pPr>
            <a:lvl9pPr>
              <a:buNone/>
              <a:defRPr sz="1125" b="1">
                <a:solidFill>
                  <a:srgbClr val="5B6758"/>
                </a:solidFill>
                <a:latin typeface="Arial"/>
                <a:ea typeface="Arial"/>
                <a:cs typeface="Arial"/>
              </a:defRPr>
            </a:lvl9pPr>
          </a:lstStyle>
          <a:p xmlns:a="http://schemas.openxmlformats.org/drawingml/2006/main">
            <a:pPr>
              <a:buNone/>
              <a:defRPr sz="1125" b="1">
                <a:solidFill>
                  <a:srgbClr val="5B6758"/>
                </a:solidFill>
                <a:latin typeface="Arial"/>
                <a:ea typeface="Arial"/>
                <a:cs typeface="Arial"/>
              </a:defRPr>
            </a:pPr>
            <a:r>
              <a:rPr sz="1125" b="1">
                <a:solidFill>
                  <a:srgbClr val="5B6758"/>
                </a:solidFill>
                <a:latin typeface="Arial"/>
                <a:ea typeface="Arial"/>
                <a:cs typeface="Arial"/>
              </a:rPr>
              <a:t>10-MINUTE PROJECT PRESENTATION</a:t>
            </a:r>
          </a:p>
        </p:txBody>
      </p:sp>
    </p:spTree>
    <p:extLst>
      <p:ext uri="{BB962C8B-B14F-4D97-AF65-F5344CB8AC3E}">
        <p14:creationId xmlns:p14="http://schemas.microsoft.com/office/powerpoint/2010/main" val="1024303949"/>
      </p:ext>
    </p:extLst>
  </p:cSld>
</p:sld>
</file>

<file path=ppt/slides/slide2.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4167AE3-0F9A-41F6-AE7E-2E5D4473536E}"/>
              </a:ext>
            </a:extLst>
          </p:cNvPr>
          <p:cNvSpPr>
            <a:spLocks xmlns:a="http://schemas.openxmlformats.org/drawingml/2006/main" noGrp="1"/>
          </p:cNvSpPr>
          <p:nvPr/>
        </p:nvSpPr>
        <p:spPr>
          <a:xfrm xmlns:a="http://schemas.openxmlformats.org/drawingml/2006/main">
            <a:off x="533400" y="400050"/>
            <a:ext cx="111252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284E3C"/>
                </a:solidFill>
                <a:latin typeface="Arial"/>
                <a:ea typeface="Arial"/>
                <a:cs typeface="Arial"/>
              </a:defRPr>
            </a:defPPr>
            <a:lvl1pPr>
              <a:buNone/>
              <a:defRPr sz="2850" b="1">
                <a:solidFill>
                  <a:srgbClr val="284E3C"/>
                </a:solidFill>
                <a:latin typeface="Arial"/>
                <a:ea typeface="Arial"/>
                <a:cs typeface="Arial"/>
              </a:defRPr>
            </a:lvl1pPr>
            <a:lvl2pPr>
              <a:buNone/>
              <a:defRPr sz="2850" b="1">
                <a:solidFill>
                  <a:srgbClr val="284E3C"/>
                </a:solidFill>
                <a:latin typeface="Arial"/>
                <a:ea typeface="Arial"/>
                <a:cs typeface="Arial"/>
              </a:defRPr>
            </a:lvl2pPr>
            <a:lvl3pPr>
              <a:buNone/>
              <a:defRPr sz="2850" b="1">
                <a:solidFill>
                  <a:srgbClr val="284E3C"/>
                </a:solidFill>
                <a:latin typeface="Arial"/>
                <a:ea typeface="Arial"/>
                <a:cs typeface="Arial"/>
              </a:defRPr>
            </a:lvl3pPr>
            <a:lvl4pPr>
              <a:buNone/>
              <a:defRPr sz="2850" b="1">
                <a:solidFill>
                  <a:srgbClr val="284E3C"/>
                </a:solidFill>
                <a:latin typeface="Arial"/>
                <a:ea typeface="Arial"/>
                <a:cs typeface="Arial"/>
              </a:defRPr>
            </a:lvl4pPr>
            <a:lvl5pPr>
              <a:buNone/>
              <a:defRPr sz="2850" b="1">
                <a:solidFill>
                  <a:srgbClr val="284E3C"/>
                </a:solidFill>
                <a:latin typeface="Arial"/>
                <a:ea typeface="Arial"/>
                <a:cs typeface="Arial"/>
              </a:defRPr>
            </a:lvl5pPr>
            <a:lvl6pPr>
              <a:buNone/>
              <a:defRPr sz="2850" b="1">
                <a:solidFill>
                  <a:srgbClr val="284E3C"/>
                </a:solidFill>
                <a:latin typeface="Arial"/>
                <a:ea typeface="Arial"/>
                <a:cs typeface="Arial"/>
              </a:defRPr>
            </a:lvl6pPr>
            <a:lvl7pPr>
              <a:buNone/>
              <a:defRPr sz="2850" b="1">
                <a:solidFill>
                  <a:srgbClr val="284E3C"/>
                </a:solidFill>
                <a:latin typeface="Arial"/>
                <a:ea typeface="Arial"/>
                <a:cs typeface="Arial"/>
              </a:defRPr>
            </a:lvl7pPr>
            <a:lvl8pPr>
              <a:buNone/>
              <a:defRPr sz="2850" b="1">
                <a:solidFill>
                  <a:srgbClr val="284E3C"/>
                </a:solidFill>
                <a:latin typeface="Arial"/>
                <a:ea typeface="Arial"/>
                <a:cs typeface="Arial"/>
              </a:defRPr>
            </a:lvl8pPr>
            <a:lvl9pPr>
              <a:buNone/>
              <a:defRPr sz="2850" b="1">
                <a:solidFill>
                  <a:srgbClr val="284E3C"/>
                </a:solidFill>
                <a:latin typeface="Arial"/>
                <a:ea typeface="Arial"/>
                <a:cs typeface="Arial"/>
              </a:defRPr>
            </a:lvl9pPr>
          </a:lstStyle>
          <a:p xmlns:a="http://schemas.openxmlformats.org/drawingml/2006/main">
            <a:pPr>
              <a:buNone/>
              <a:defRPr sz="2850" b="1">
                <a:solidFill>
                  <a:srgbClr val="284E3C"/>
                </a:solidFill>
                <a:latin typeface="Arial"/>
                <a:ea typeface="Arial"/>
                <a:cs typeface="Arial"/>
              </a:defRPr>
            </a:pPr>
            <a:r>
              <a:rPr sz="2850" b="1">
                <a:solidFill>
                  <a:srgbClr val="284E3C"/>
                </a:solidFill>
                <a:latin typeface="Arial"/>
                <a:ea typeface="Arial"/>
                <a:cs typeface="Arial"/>
              </a:rPr>
              <a:t>Product discovery</a:t>
            </a:r>
          </a:p>
        </p:txBody>
      </p:sp>
      <p:sp>
        <p:nvSpPr>
          <p:cNvPr id="2" name="">
            <a:extLst xmlns:a="http://schemas.openxmlformats.org/drawingml/2006/main">
              <a:ext uri="{FF2B5EF4-FFF2-40B4-BE49-F238E27FC236}">
                <a16:creationId xmlns:a16="http://schemas.microsoft.com/office/drawing/2014/main" id="{09E03163-1F32-4242-8046-937E35576620}"/>
              </a:ext>
            </a:extLst>
          </p:cNvPr>
          <p:cNvSpPr>
            <a:spLocks xmlns:a="http://schemas.openxmlformats.org/drawingml/2006/main" noGrp="1"/>
          </p:cNvSpPr>
          <p:nvPr/>
        </p:nvSpPr>
        <p:spPr>
          <a:xfrm xmlns:a="http://schemas.openxmlformats.org/drawingml/2006/main">
            <a:off x="533400" y="6286500"/>
            <a:ext cx="11125200" cy="9525"/>
          </a:xfrm>
          <a:prstGeom xmlns:a="http://schemas.openxmlformats.org/drawingml/2006/main" prst="rect">
            <a:avLst/>
          </a:prstGeom>
          <a:solidFill xmlns:a="http://schemas.openxmlformats.org/drawingml/2006/main">
            <a:srgbClr val="BBC8B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E5D2672-4B6D-42FA-9BE5-757E2493D198}"/>
              </a:ext>
            </a:extLst>
          </p:cNvPr>
          <p:cNvSpPr>
            <a:spLocks xmlns:a="http://schemas.openxmlformats.org/drawingml/2006/main" noGrp="1"/>
          </p:cNvSpPr>
          <p:nvPr/>
        </p:nvSpPr>
        <p:spPr>
          <a:xfrm xmlns:a="http://schemas.openxmlformats.org/drawingml/2006/main">
            <a:off x="533400" y="6448425"/>
            <a:ext cx="323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1">
                <a:solidFill>
                  <a:srgbClr val="5B6758"/>
                </a:solidFill>
                <a:latin typeface="Arial"/>
                <a:ea typeface="Arial"/>
                <a:cs typeface="Arial"/>
              </a:defRPr>
            </a:defPPr>
            <a:lvl1pPr>
              <a:buNone/>
              <a:defRPr sz="900" b="1">
                <a:solidFill>
                  <a:srgbClr val="5B6758"/>
                </a:solidFill>
                <a:latin typeface="Arial"/>
                <a:ea typeface="Arial"/>
                <a:cs typeface="Arial"/>
              </a:defRPr>
            </a:lvl1pPr>
            <a:lvl2pPr>
              <a:buNone/>
              <a:defRPr sz="900" b="1">
                <a:solidFill>
                  <a:srgbClr val="5B6758"/>
                </a:solidFill>
                <a:latin typeface="Arial"/>
                <a:ea typeface="Arial"/>
                <a:cs typeface="Arial"/>
              </a:defRPr>
            </a:lvl2pPr>
            <a:lvl3pPr>
              <a:buNone/>
              <a:defRPr sz="900" b="1">
                <a:solidFill>
                  <a:srgbClr val="5B6758"/>
                </a:solidFill>
                <a:latin typeface="Arial"/>
                <a:ea typeface="Arial"/>
                <a:cs typeface="Arial"/>
              </a:defRPr>
            </a:lvl3pPr>
            <a:lvl4pPr>
              <a:buNone/>
              <a:defRPr sz="900" b="1">
                <a:solidFill>
                  <a:srgbClr val="5B6758"/>
                </a:solidFill>
                <a:latin typeface="Arial"/>
                <a:ea typeface="Arial"/>
                <a:cs typeface="Arial"/>
              </a:defRPr>
            </a:lvl4pPr>
            <a:lvl5pPr>
              <a:buNone/>
              <a:defRPr sz="900" b="1">
                <a:solidFill>
                  <a:srgbClr val="5B6758"/>
                </a:solidFill>
                <a:latin typeface="Arial"/>
                <a:ea typeface="Arial"/>
                <a:cs typeface="Arial"/>
              </a:defRPr>
            </a:lvl5pPr>
            <a:lvl6pPr>
              <a:buNone/>
              <a:defRPr sz="900" b="1">
                <a:solidFill>
                  <a:srgbClr val="5B6758"/>
                </a:solidFill>
                <a:latin typeface="Arial"/>
                <a:ea typeface="Arial"/>
                <a:cs typeface="Arial"/>
              </a:defRPr>
            </a:lvl6pPr>
            <a:lvl7pPr>
              <a:buNone/>
              <a:defRPr sz="900" b="1">
                <a:solidFill>
                  <a:srgbClr val="5B6758"/>
                </a:solidFill>
                <a:latin typeface="Arial"/>
                <a:ea typeface="Arial"/>
                <a:cs typeface="Arial"/>
              </a:defRPr>
            </a:lvl7pPr>
            <a:lvl8pPr>
              <a:buNone/>
              <a:defRPr sz="900" b="1">
                <a:solidFill>
                  <a:srgbClr val="5B6758"/>
                </a:solidFill>
                <a:latin typeface="Arial"/>
                <a:ea typeface="Arial"/>
                <a:cs typeface="Arial"/>
              </a:defRPr>
            </a:lvl8pPr>
            <a:lvl9pPr>
              <a:buNone/>
              <a:defRPr sz="900" b="1">
                <a:solidFill>
                  <a:srgbClr val="5B6758"/>
                </a:solidFill>
                <a:latin typeface="Arial"/>
                <a:ea typeface="Arial"/>
                <a:cs typeface="Arial"/>
              </a:defRPr>
            </a:lvl9pPr>
          </a:lstStyle>
          <a:p xmlns:a="http://schemas.openxmlformats.org/drawingml/2006/main">
            <a:pPr>
              <a:buNone/>
              <a:defRPr sz="900" b="1">
                <a:solidFill>
                  <a:srgbClr val="5B6758"/>
                </a:solidFill>
                <a:latin typeface="Arial"/>
                <a:ea typeface="Arial"/>
                <a:cs typeface="Arial"/>
              </a:defRPr>
            </a:pPr>
            <a:r>
              <a:rPr sz="900" b="1">
                <a:solidFill>
                  <a:srgbClr val="5B6758"/>
                </a:solidFill>
                <a:latin typeface="Arial"/>
                <a:ea typeface="Arial"/>
                <a:cs typeface="Arial"/>
              </a:rPr>
              <a:t>NABTA BOTANICAL</a:t>
            </a:r>
          </a:p>
        </p:txBody>
      </p:sp>
      <p:sp>
        <p:nvSpPr>
          <p:cNvPr id="4" name="">
            <a:extLst xmlns:a="http://schemas.openxmlformats.org/drawingml/2006/main">
              <a:ext uri="{FF2B5EF4-FFF2-40B4-BE49-F238E27FC236}">
                <a16:creationId xmlns:a16="http://schemas.microsoft.com/office/drawing/2014/main" id="{4B740EE4-7BDA-4AB3-9FD6-29C6D263AE49}"/>
              </a:ext>
            </a:extLst>
          </p:cNvPr>
          <p:cNvSpPr>
            <a:spLocks xmlns:a="http://schemas.openxmlformats.org/drawingml/2006/main" noGrp="1"/>
          </p:cNvSpPr>
          <p:nvPr/>
        </p:nvSpPr>
        <p:spPr>
          <a:xfrm xmlns:a="http://schemas.openxmlformats.org/drawingml/2006/main">
            <a:off x="9239250" y="6448425"/>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0">
                <a:solidFill>
                  <a:srgbClr val="5B6758"/>
                </a:solidFill>
                <a:latin typeface="Arial"/>
                <a:ea typeface="Arial"/>
                <a:cs typeface="Arial"/>
              </a:defRPr>
            </a:defPPr>
            <a:lvl1pPr>
              <a:buNone/>
              <a:defRPr sz="900" b="0">
                <a:solidFill>
                  <a:srgbClr val="5B6758"/>
                </a:solidFill>
                <a:latin typeface="Arial"/>
                <a:ea typeface="Arial"/>
                <a:cs typeface="Arial"/>
              </a:defRPr>
            </a:lvl1pPr>
            <a:lvl2pPr>
              <a:buNone/>
              <a:defRPr sz="900" b="0">
                <a:solidFill>
                  <a:srgbClr val="5B6758"/>
                </a:solidFill>
                <a:latin typeface="Arial"/>
                <a:ea typeface="Arial"/>
                <a:cs typeface="Arial"/>
              </a:defRPr>
            </a:lvl2pPr>
            <a:lvl3pPr>
              <a:buNone/>
              <a:defRPr sz="900" b="0">
                <a:solidFill>
                  <a:srgbClr val="5B6758"/>
                </a:solidFill>
                <a:latin typeface="Arial"/>
                <a:ea typeface="Arial"/>
                <a:cs typeface="Arial"/>
              </a:defRPr>
            </a:lvl3pPr>
            <a:lvl4pPr>
              <a:buNone/>
              <a:defRPr sz="900" b="0">
                <a:solidFill>
                  <a:srgbClr val="5B6758"/>
                </a:solidFill>
                <a:latin typeface="Arial"/>
                <a:ea typeface="Arial"/>
                <a:cs typeface="Arial"/>
              </a:defRPr>
            </a:lvl4pPr>
            <a:lvl5pPr>
              <a:buNone/>
              <a:defRPr sz="900" b="0">
                <a:solidFill>
                  <a:srgbClr val="5B6758"/>
                </a:solidFill>
                <a:latin typeface="Arial"/>
                <a:ea typeface="Arial"/>
                <a:cs typeface="Arial"/>
              </a:defRPr>
            </a:lvl5pPr>
            <a:lvl6pPr>
              <a:buNone/>
              <a:defRPr sz="900" b="0">
                <a:solidFill>
                  <a:srgbClr val="5B6758"/>
                </a:solidFill>
                <a:latin typeface="Arial"/>
                <a:ea typeface="Arial"/>
                <a:cs typeface="Arial"/>
              </a:defRPr>
            </a:lvl6pPr>
            <a:lvl7pPr>
              <a:buNone/>
              <a:defRPr sz="900" b="0">
                <a:solidFill>
                  <a:srgbClr val="5B6758"/>
                </a:solidFill>
                <a:latin typeface="Arial"/>
                <a:ea typeface="Arial"/>
                <a:cs typeface="Arial"/>
              </a:defRPr>
            </a:lvl7pPr>
            <a:lvl8pPr>
              <a:buNone/>
              <a:defRPr sz="900" b="0">
                <a:solidFill>
                  <a:srgbClr val="5B6758"/>
                </a:solidFill>
                <a:latin typeface="Arial"/>
                <a:ea typeface="Arial"/>
                <a:cs typeface="Arial"/>
              </a:defRPr>
            </a:lvl8pPr>
            <a:lvl9pPr>
              <a:buNone/>
              <a:defRPr sz="900" b="0">
                <a:solidFill>
                  <a:srgbClr val="5B6758"/>
                </a:solidFill>
                <a:latin typeface="Arial"/>
                <a:ea typeface="Arial"/>
                <a:cs typeface="Arial"/>
              </a:defRPr>
            </a:lvl9pPr>
          </a:lstStyle>
          <a:p xmlns:a="http://schemas.openxmlformats.org/drawingml/2006/main">
            <a:pPr>
              <a:buNone/>
              <a:defRPr sz="900" b="0">
                <a:solidFill>
                  <a:srgbClr val="5B6758"/>
                </a:solidFill>
                <a:latin typeface="Arial"/>
                <a:ea typeface="Arial"/>
                <a:cs typeface="Arial"/>
              </a:defRPr>
            </a:pPr>
            <a:r>
              <a:rPr sz="900" b="0">
                <a:solidFill>
                  <a:srgbClr val="5B6758"/>
                </a:solidFill>
                <a:latin typeface="Arial"/>
                <a:ea typeface="Arial"/>
                <a:cs typeface="Arial"/>
              </a:rPr>
              <a:t>02 / 13     0:30–1:15</a:t>
            </a:r>
          </a:p>
        </p:txBody>
      </p:sp>
      <p:sp>
        <p:nvSpPr>
          <p:cNvPr id="5" name="">
            <a:extLst xmlns:a="http://schemas.openxmlformats.org/drawingml/2006/main">
              <a:ext uri="{FF2B5EF4-FFF2-40B4-BE49-F238E27FC236}">
                <a16:creationId xmlns:a16="http://schemas.microsoft.com/office/drawing/2014/main" id="{347A62D2-E525-4B53-A8D9-BE92341808DA}"/>
              </a:ext>
            </a:extLst>
          </p:cNvPr>
          <p:cNvSpPr>
            <a:spLocks xmlns:a="http://schemas.openxmlformats.org/drawingml/2006/main" noGrp="1"/>
          </p:cNvSpPr>
          <p:nvPr/>
        </p:nvSpPr>
        <p:spPr>
          <a:xfrm xmlns:a="http://schemas.openxmlformats.org/drawingml/2006/main">
            <a:off x="523875" y="1447800"/>
            <a:ext cx="7448550" cy="4662488"/>
          </a:xfrm>
          <a:prstGeom xmlns:a="http://schemas.openxmlformats.org/drawingml/2006/main" prst="roundRect">
            <a:avLst>
              <a:gd name="adj" fmla="val 1634"/>
            </a:avLst>
          </a:prstGeom>
          <a:solidFill xmlns:a="http://schemas.openxmlformats.org/drawingml/2006/main">
            <a:srgbClr val="FFFFFF"/>
          </a:solidFill>
          <a:ln xmlns:a="http://schemas.openxmlformats.org/drawingml/2006/main" w="9525">
            <a:solidFill>
              <a:srgbClr val="BBC8B3"/>
            </a:solidFill>
          </a:ln>
        </p:spPr>
      </p:sp>
      <p:pic>
        <p:nvPicPr>
          <p:cNvPr id="6" name="">
            <a:extLst xmlns:a="http://schemas.openxmlformats.org/drawingml/2006/main">
              <a:ext uri="{FF2B5EF4-FFF2-40B4-BE49-F238E27FC236}">
                <a16:creationId xmlns:a16="http://schemas.microsoft.com/office/drawing/2014/main" id="{88F43691-E3A7-4770-893F-1220E294A292}"/>
              </a:ext>
            </a:extLst>
          </p:cNvPr>
          <p:cNvPicPr>
            <a:picLocks xmlns:a="http://schemas.openxmlformats.org/drawingml/2006/main" noChangeAspect="1"/>
          </p:cNvPicPr>
          <p:nvPr/>
        </p:nvPicPr>
        <p:blipFill>
          <a:blip xmlns:r="http://schemas.openxmlformats.org/officeDocument/2006/relationships" xmlns:a="http://schemas.openxmlformats.org/drawingml/2006/main" r:embed="R66167f418ad34819"/>
          <a:stretch xmlns:a="http://schemas.openxmlformats.org/drawingml/2006/main"/>
        </p:blipFill>
        <p:spPr>
          <a:xfrm xmlns:a="http://schemas.openxmlformats.org/drawingml/2006/main">
            <a:off x="533400" y="1709211"/>
            <a:ext cx="7429500" cy="413966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0BACBA8-F85D-4806-8988-4FAB75C83C93}"/>
              </a:ext>
            </a:extLst>
          </p:cNvPr>
          <p:cNvSpPr>
            <a:spLocks xmlns:a="http://schemas.openxmlformats.org/drawingml/2006/main" noGrp="1"/>
          </p:cNvSpPr>
          <p:nvPr/>
        </p:nvSpPr>
        <p:spPr>
          <a:xfrm xmlns:a="http://schemas.openxmlformats.org/drawingml/2006/main">
            <a:off x="8343900" y="161925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84E3C"/>
                </a:solidFill>
                <a:latin typeface="Arial"/>
                <a:ea typeface="Arial"/>
                <a:cs typeface="Arial"/>
              </a:defRPr>
            </a:defPPr>
            <a:lvl1pPr>
              <a:buNone/>
              <a:defRPr sz="1800" b="1">
                <a:solidFill>
                  <a:srgbClr val="284E3C"/>
                </a:solidFill>
                <a:latin typeface="Arial"/>
                <a:ea typeface="Arial"/>
                <a:cs typeface="Arial"/>
              </a:defRPr>
            </a:lvl1pPr>
            <a:lvl2pPr>
              <a:buNone/>
              <a:defRPr sz="1800" b="1">
                <a:solidFill>
                  <a:srgbClr val="284E3C"/>
                </a:solidFill>
                <a:latin typeface="Arial"/>
                <a:ea typeface="Arial"/>
                <a:cs typeface="Arial"/>
              </a:defRPr>
            </a:lvl2pPr>
            <a:lvl3pPr>
              <a:buNone/>
              <a:defRPr sz="1800" b="1">
                <a:solidFill>
                  <a:srgbClr val="284E3C"/>
                </a:solidFill>
                <a:latin typeface="Arial"/>
                <a:ea typeface="Arial"/>
                <a:cs typeface="Arial"/>
              </a:defRPr>
            </a:lvl3pPr>
            <a:lvl4pPr>
              <a:buNone/>
              <a:defRPr sz="1800" b="1">
                <a:solidFill>
                  <a:srgbClr val="284E3C"/>
                </a:solidFill>
                <a:latin typeface="Arial"/>
                <a:ea typeface="Arial"/>
                <a:cs typeface="Arial"/>
              </a:defRPr>
            </a:lvl4pPr>
            <a:lvl5pPr>
              <a:buNone/>
              <a:defRPr sz="1800" b="1">
                <a:solidFill>
                  <a:srgbClr val="284E3C"/>
                </a:solidFill>
                <a:latin typeface="Arial"/>
                <a:ea typeface="Arial"/>
                <a:cs typeface="Arial"/>
              </a:defRPr>
            </a:lvl5pPr>
            <a:lvl6pPr>
              <a:buNone/>
              <a:defRPr sz="1800" b="1">
                <a:solidFill>
                  <a:srgbClr val="284E3C"/>
                </a:solidFill>
                <a:latin typeface="Arial"/>
                <a:ea typeface="Arial"/>
                <a:cs typeface="Arial"/>
              </a:defRPr>
            </a:lvl6pPr>
            <a:lvl7pPr>
              <a:buNone/>
              <a:defRPr sz="1800" b="1">
                <a:solidFill>
                  <a:srgbClr val="284E3C"/>
                </a:solidFill>
                <a:latin typeface="Arial"/>
                <a:ea typeface="Arial"/>
                <a:cs typeface="Arial"/>
              </a:defRPr>
            </a:lvl7pPr>
            <a:lvl8pPr>
              <a:buNone/>
              <a:defRPr sz="1800" b="1">
                <a:solidFill>
                  <a:srgbClr val="284E3C"/>
                </a:solidFill>
                <a:latin typeface="Arial"/>
                <a:ea typeface="Arial"/>
                <a:cs typeface="Arial"/>
              </a:defRPr>
            </a:lvl8pPr>
            <a:lvl9pPr>
              <a:buNone/>
              <a:defRPr sz="1800" b="1">
                <a:solidFill>
                  <a:srgbClr val="284E3C"/>
                </a:solidFill>
                <a:latin typeface="Arial"/>
                <a:ea typeface="Arial"/>
                <a:cs typeface="Arial"/>
              </a:defRPr>
            </a:lvl9pPr>
          </a:lstStyle>
          <a:p xmlns:a="http://schemas.openxmlformats.org/drawingml/2006/main">
            <a:pPr>
              <a:buNone/>
              <a:defRPr sz="1800" b="1">
                <a:solidFill>
                  <a:srgbClr val="284E3C"/>
                </a:solidFill>
                <a:latin typeface="Arial"/>
                <a:ea typeface="Arial"/>
                <a:cs typeface="Arial"/>
              </a:defRPr>
            </a:pPr>
            <a:r>
              <a:rPr sz="1800" b="1">
                <a:solidFill>
                  <a:srgbClr val="284E3C"/>
                </a:solidFill>
                <a:latin typeface="Arial"/>
                <a:ea typeface="Arial"/>
                <a:cs typeface="Arial"/>
              </a:rPr>
              <a:t>Find a product</a:t>
            </a:r>
          </a:p>
        </p:txBody>
      </p:sp>
      <p:sp>
        <p:nvSpPr>
          <p:cNvPr id="8" name="">
            <a:extLst xmlns:a="http://schemas.openxmlformats.org/drawingml/2006/main">
              <a:ext uri="{FF2B5EF4-FFF2-40B4-BE49-F238E27FC236}">
                <a16:creationId xmlns:a16="http://schemas.microsoft.com/office/drawing/2014/main" id="{9DD3BDD5-3409-4408-A0BB-39DFAA6F5532}"/>
              </a:ext>
            </a:extLst>
          </p:cNvPr>
          <p:cNvSpPr>
            <a:spLocks xmlns:a="http://schemas.openxmlformats.org/drawingml/2006/main" noGrp="1"/>
          </p:cNvSpPr>
          <p:nvPr/>
        </p:nvSpPr>
        <p:spPr>
          <a:xfrm xmlns:a="http://schemas.openxmlformats.org/drawingml/2006/main">
            <a:off x="8343900" y="2028825"/>
            <a:ext cx="323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B6758"/>
                </a:solidFill>
                <a:latin typeface="Arial"/>
                <a:ea typeface="Arial"/>
                <a:cs typeface="Arial"/>
              </a:defRPr>
            </a:defPPr>
            <a:lvl1pPr>
              <a:buNone/>
              <a:defRPr sz="1425" b="0">
                <a:solidFill>
                  <a:srgbClr val="5B6758"/>
                </a:solidFill>
                <a:latin typeface="Arial"/>
                <a:ea typeface="Arial"/>
                <a:cs typeface="Arial"/>
              </a:defRPr>
            </a:lvl1pPr>
            <a:lvl2pPr>
              <a:buNone/>
              <a:defRPr sz="1425" b="0">
                <a:solidFill>
                  <a:srgbClr val="5B6758"/>
                </a:solidFill>
                <a:latin typeface="Arial"/>
                <a:ea typeface="Arial"/>
                <a:cs typeface="Arial"/>
              </a:defRPr>
            </a:lvl2pPr>
            <a:lvl3pPr>
              <a:buNone/>
              <a:defRPr sz="1425" b="0">
                <a:solidFill>
                  <a:srgbClr val="5B6758"/>
                </a:solidFill>
                <a:latin typeface="Arial"/>
                <a:ea typeface="Arial"/>
                <a:cs typeface="Arial"/>
              </a:defRPr>
            </a:lvl3pPr>
            <a:lvl4pPr>
              <a:buNone/>
              <a:defRPr sz="1425" b="0">
                <a:solidFill>
                  <a:srgbClr val="5B6758"/>
                </a:solidFill>
                <a:latin typeface="Arial"/>
                <a:ea typeface="Arial"/>
                <a:cs typeface="Arial"/>
              </a:defRPr>
            </a:lvl4pPr>
            <a:lvl5pPr>
              <a:buNone/>
              <a:defRPr sz="1425" b="0">
                <a:solidFill>
                  <a:srgbClr val="5B6758"/>
                </a:solidFill>
                <a:latin typeface="Arial"/>
                <a:ea typeface="Arial"/>
                <a:cs typeface="Arial"/>
              </a:defRPr>
            </a:lvl5pPr>
            <a:lvl6pPr>
              <a:buNone/>
              <a:defRPr sz="1425" b="0">
                <a:solidFill>
                  <a:srgbClr val="5B6758"/>
                </a:solidFill>
                <a:latin typeface="Arial"/>
                <a:ea typeface="Arial"/>
                <a:cs typeface="Arial"/>
              </a:defRPr>
            </a:lvl6pPr>
            <a:lvl7pPr>
              <a:buNone/>
              <a:defRPr sz="1425" b="0">
                <a:solidFill>
                  <a:srgbClr val="5B6758"/>
                </a:solidFill>
                <a:latin typeface="Arial"/>
                <a:ea typeface="Arial"/>
                <a:cs typeface="Arial"/>
              </a:defRPr>
            </a:lvl7pPr>
            <a:lvl8pPr>
              <a:buNone/>
              <a:defRPr sz="1425" b="0">
                <a:solidFill>
                  <a:srgbClr val="5B6758"/>
                </a:solidFill>
                <a:latin typeface="Arial"/>
                <a:ea typeface="Arial"/>
                <a:cs typeface="Arial"/>
              </a:defRPr>
            </a:lvl8pPr>
            <a:lvl9pPr>
              <a:buNone/>
              <a:defRPr sz="1425" b="0">
                <a:solidFill>
                  <a:srgbClr val="5B6758"/>
                </a:solidFill>
                <a:latin typeface="Arial"/>
                <a:ea typeface="Arial"/>
                <a:cs typeface="Arial"/>
              </a:defRPr>
            </a:lvl9pPr>
          </a:lstStyle>
          <a:p xmlns:a="http://schemas.openxmlformats.org/drawingml/2006/main">
            <a:pPr>
              <a:buNone/>
              <a:defRPr sz="1425" b="0">
                <a:solidFill>
                  <a:srgbClr val="5B6758"/>
                </a:solidFill>
                <a:latin typeface="Arial"/>
                <a:ea typeface="Arial"/>
                <a:cs typeface="Arial"/>
              </a:defRPr>
            </a:pPr>
            <a:r>
              <a:rPr sz="1425" b="0">
                <a:solidFill>
                  <a:srgbClr val="5B6758"/>
                </a:solidFill>
                <a:latin typeface="Arial"/>
                <a:ea typeface="Arial"/>
                <a:cs typeface="Arial"/>
              </a:rPr>
              <a:t>Search, category filters and sorting</a:t>
            </a:r>
          </a:p>
        </p:txBody>
      </p:sp>
      <p:sp>
        <p:nvSpPr>
          <p:cNvPr id="9" name="">
            <a:extLst xmlns:a="http://schemas.openxmlformats.org/drawingml/2006/main">
              <a:ext uri="{FF2B5EF4-FFF2-40B4-BE49-F238E27FC236}">
                <a16:creationId xmlns:a16="http://schemas.microsoft.com/office/drawing/2014/main" id="{5E8A9CE7-4251-4D3F-94B7-0E823213B92F}"/>
              </a:ext>
            </a:extLst>
          </p:cNvPr>
          <p:cNvSpPr>
            <a:spLocks xmlns:a="http://schemas.openxmlformats.org/drawingml/2006/main" noGrp="1"/>
          </p:cNvSpPr>
          <p:nvPr/>
        </p:nvSpPr>
        <p:spPr>
          <a:xfrm xmlns:a="http://schemas.openxmlformats.org/drawingml/2006/main">
            <a:off x="8343900" y="3095625"/>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84E3C"/>
                </a:solidFill>
                <a:latin typeface="Arial"/>
                <a:ea typeface="Arial"/>
                <a:cs typeface="Arial"/>
              </a:defRPr>
            </a:defPPr>
            <a:lvl1pPr>
              <a:buNone/>
              <a:defRPr sz="1800" b="1">
                <a:solidFill>
                  <a:srgbClr val="284E3C"/>
                </a:solidFill>
                <a:latin typeface="Arial"/>
                <a:ea typeface="Arial"/>
                <a:cs typeface="Arial"/>
              </a:defRPr>
            </a:lvl1pPr>
            <a:lvl2pPr>
              <a:buNone/>
              <a:defRPr sz="1800" b="1">
                <a:solidFill>
                  <a:srgbClr val="284E3C"/>
                </a:solidFill>
                <a:latin typeface="Arial"/>
                <a:ea typeface="Arial"/>
                <a:cs typeface="Arial"/>
              </a:defRPr>
            </a:lvl2pPr>
            <a:lvl3pPr>
              <a:buNone/>
              <a:defRPr sz="1800" b="1">
                <a:solidFill>
                  <a:srgbClr val="284E3C"/>
                </a:solidFill>
                <a:latin typeface="Arial"/>
                <a:ea typeface="Arial"/>
                <a:cs typeface="Arial"/>
              </a:defRPr>
            </a:lvl3pPr>
            <a:lvl4pPr>
              <a:buNone/>
              <a:defRPr sz="1800" b="1">
                <a:solidFill>
                  <a:srgbClr val="284E3C"/>
                </a:solidFill>
                <a:latin typeface="Arial"/>
                <a:ea typeface="Arial"/>
                <a:cs typeface="Arial"/>
              </a:defRPr>
            </a:lvl4pPr>
            <a:lvl5pPr>
              <a:buNone/>
              <a:defRPr sz="1800" b="1">
                <a:solidFill>
                  <a:srgbClr val="284E3C"/>
                </a:solidFill>
                <a:latin typeface="Arial"/>
                <a:ea typeface="Arial"/>
                <a:cs typeface="Arial"/>
              </a:defRPr>
            </a:lvl5pPr>
            <a:lvl6pPr>
              <a:buNone/>
              <a:defRPr sz="1800" b="1">
                <a:solidFill>
                  <a:srgbClr val="284E3C"/>
                </a:solidFill>
                <a:latin typeface="Arial"/>
                <a:ea typeface="Arial"/>
                <a:cs typeface="Arial"/>
              </a:defRPr>
            </a:lvl6pPr>
            <a:lvl7pPr>
              <a:buNone/>
              <a:defRPr sz="1800" b="1">
                <a:solidFill>
                  <a:srgbClr val="284E3C"/>
                </a:solidFill>
                <a:latin typeface="Arial"/>
                <a:ea typeface="Arial"/>
                <a:cs typeface="Arial"/>
              </a:defRPr>
            </a:lvl7pPr>
            <a:lvl8pPr>
              <a:buNone/>
              <a:defRPr sz="1800" b="1">
                <a:solidFill>
                  <a:srgbClr val="284E3C"/>
                </a:solidFill>
                <a:latin typeface="Arial"/>
                <a:ea typeface="Arial"/>
                <a:cs typeface="Arial"/>
              </a:defRPr>
            </a:lvl8pPr>
            <a:lvl9pPr>
              <a:buNone/>
              <a:defRPr sz="1800" b="1">
                <a:solidFill>
                  <a:srgbClr val="284E3C"/>
                </a:solidFill>
                <a:latin typeface="Arial"/>
                <a:ea typeface="Arial"/>
                <a:cs typeface="Arial"/>
              </a:defRPr>
            </a:lvl9pPr>
          </a:lstStyle>
          <a:p xmlns:a="http://schemas.openxmlformats.org/drawingml/2006/main">
            <a:pPr>
              <a:buNone/>
              <a:defRPr sz="1800" b="1">
                <a:solidFill>
                  <a:srgbClr val="284E3C"/>
                </a:solidFill>
                <a:latin typeface="Arial"/>
                <a:ea typeface="Arial"/>
                <a:cs typeface="Arial"/>
              </a:defRPr>
            </a:pPr>
            <a:r>
              <a:rPr sz="1800" b="1">
                <a:solidFill>
                  <a:srgbClr val="284E3C"/>
                </a:solidFill>
                <a:latin typeface="Arial"/>
                <a:ea typeface="Arial"/>
                <a:cs typeface="Arial"/>
              </a:rPr>
              <a:t>Compare quickly</a:t>
            </a:r>
          </a:p>
        </p:txBody>
      </p:sp>
      <p:sp>
        <p:nvSpPr>
          <p:cNvPr id="10" name="">
            <a:extLst xmlns:a="http://schemas.openxmlformats.org/drawingml/2006/main">
              <a:ext uri="{FF2B5EF4-FFF2-40B4-BE49-F238E27FC236}">
                <a16:creationId xmlns:a16="http://schemas.microsoft.com/office/drawing/2014/main" id="{3FE8F163-D3D7-48B7-A830-05CD98341DE5}"/>
              </a:ext>
            </a:extLst>
          </p:cNvPr>
          <p:cNvSpPr>
            <a:spLocks xmlns:a="http://schemas.openxmlformats.org/drawingml/2006/main" noGrp="1"/>
          </p:cNvSpPr>
          <p:nvPr/>
        </p:nvSpPr>
        <p:spPr>
          <a:xfrm xmlns:a="http://schemas.openxmlformats.org/drawingml/2006/main">
            <a:off x="8343900" y="3505200"/>
            <a:ext cx="323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B6758"/>
                </a:solidFill>
                <a:latin typeface="Arial"/>
                <a:ea typeface="Arial"/>
                <a:cs typeface="Arial"/>
              </a:defRPr>
            </a:defPPr>
            <a:lvl1pPr>
              <a:buNone/>
              <a:defRPr sz="1425" b="0">
                <a:solidFill>
                  <a:srgbClr val="5B6758"/>
                </a:solidFill>
                <a:latin typeface="Arial"/>
                <a:ea typeface="Arial"/>
                <a:cs typeface="Arial"/>
              </a:defRPr>
            </a:lvl1pPr>
            <a:lvl2pPr>
              <a:buNone/>
              <a:defRPr sz="1425" b="0">
                <a:solidFill>
                  <a:srgbClr val="5B6758"/>
                </a:solidFill>
                <a:latin typeface="Arial"/>
                <a:ea typeface="Arial"/>
                <a:cs typeface="Arial"/>
              </a:defRPr>
            </a:lvl2pPr>
            <a:lvl3pPr>
              <a:buNone/>
              <a:defRPr sz="1425" b="0">
                <a:solidFill>
                  <a:srgbClr val="5B6758"/>
                </a:solidFill>
                <a:latin typeface="Arial"/>
                <a:ea typeface="Arial"/>
                <a:cs typeface="Arial"/>
              </a:defRPr>
            </a:lvl3pPr>
            <a:lvl4pPr>
              <a:buNone/>
              <a:defRPr sz="1425" b="0">
                <a:solidFill>
                  <a:srgbClr val="5B6758"/>
                </a:solidFill>
                <a:latin typeface="Arial"/>
                <a:ea typeface="Arial"/>
                <a:cs typeface="Arial"/>
              </a:defRPr>
            </a:lvl4pPr>
            <a:lvl5pPr>
              <a:buNone/>
              <a:defRPr sz="1425" b="0">
                <a:solidFill>
                  <a:srgbClr val="5B6758"/>
                </a:solidFill>
                <a:latin typeface="Arial"/>
                <a:ea typeface="Arial"/>
                <a:cs typeface="Arial"/>
              </a:defRPr>
            </a:lvl5pPr>
            <a:lvl6pPr>
              <a:buNone/>
              <a:defRPr sz="1425" b="0">
                <a:solidFill>
                  <a:srgbClr val="5B6758"/>
                </a:solidFill>
                <a:latin typeface="Arial"/>
                <a:ea typeface="Arial"/>
                <a:cs typeface="Arial"/>
              </a:defRPr>
            </a:lvl6pPr>
            <a:lvl7pPr>
              <a:buNone/>
              <a:defRPr sz="1425" b="0">
                <a:solidFill>
                  <a:srgbClr val="5B6758"/>
                </a:solidFill>
                <a:latin typeface="Arial"/>
                <a:ea typeface="Arial"/>
                <a:cs typeface="Arial"/>
              </a:defRPr>
            </a:lvl7pPr>
            <a:lvl8pPr>
              <a:buNone/>
              <a:defRPr sz="1425" b="0">
                <a:solidFill>
                  <a:srgbClr val="5B6758"/>
                </a:solidFill>
                <a:latin typeface="Arial"/>
                <a:ea typeface="Arial"/>
                <a:cs typeface="Arial"/>
              </a:defRPr>
            </a:lvl8pPr>
            <a:lvl9pPr>
              <a:buNone/>
              <a:defRPr sz="1425" b="0">
                <a:solidFill>
                  <a:srgbClr val="5B6758"/>
                </a:solidFill>
                <a:latin typeface="Arial"/>
                <a:ea typeface="Arial"/>
                <a:cs typeface="Arial"/>
              </a:defRPr>
            </a:lvl9pPr>
          </a:lstStyle>
          <a:p xmlns:a="http://schemas.openxmlformats.org/drawingml/2006/main">
            <a:pPr>
              <a:buNone/>
              <a:defRPr sz="1425" b="0">
                <a:solidFill>
                  <a:srgbClr val="5B6758"/>
                </a:solidFill>
                <a:latin typeface="Arial"/>
                <a:ea typeface="Arial"/>
                <a:cs typeface="Arial"/>
              </a:defRPr>
            </a:pPr>
            <a:r>
              <a:rPr sz="1425" b="0">
                <a:solidFill>
                  <a:srgbClr val="5B6758"/>
                </a:solidFill>
                <a:latin typeface="Arial"/>
                <a:ea typeface="Arial"/>
                <a:cs typeface="Arial"/>
              </a:rPr>
              <a:t>Prices and stock status on each card</a:t>
            </a:r>
          </a:p>
        </p:txBody>
      </p:sp>
      <p:sp>
        <p:nvSpPr>
          <p:cNvPr id="11" name="">
            <a:extLst xmlns:a="http://schemas.openxmlformats.org/drawingml/2006/main">
              <a:ext uri="{FF2B5EF4-FFF2-40B4-BE49-F238E27FC236}">
                <a16:creationId xmlns:a16="http://schemas.microsoft.com/office/drawing/2014/main" id="{6895AE45-29B3-490E-961A-6F28E5FDFF10}"/>
              </a:ext>
            </a:extLst>
          </p:cNvPr>
          <p:cNvSpPr>
            <a:spLocks xmlns:a="http://schemas.openxmlformats.org/drawingml/2006/main" noGrp="1"/>
          </p:cNvSpPr>
          <p:nvPr/>
        </p:nvSpPr>
        <p:spPr>
          <a:xfrm xmlns:a="http://schemas.openxmlformats.org/drawingml/2006/main">
            <a:off x="8343900" y="457200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84E3C"/>
                </a:solidFill>
                <a:latin typeface="Arial"/>
                <a:ea typeface="Arial"/>
                <a:cs typeface="Arial"/>
              </a:defRPr>
            </a:defPPr>
            <a:lvl1pPr>
              <a:buNone/>
              <a:defRPr sz="1800" b="1">
                <a:solidFill>
                  <a:srgbClr val="284E3C"/>
                </a:solidFill>
                <a:latin typeface="Arial"/>
                <a:ea typeface="Arial"/>
                <a:cs typeface="Arial"/>
              </a:defRPr>
            </a:lvl1pPr>
            <a:lvl2pPr>
              <a:buNone/>
              <a:defRPr sz="1800" b="1">
                <a:solidFill>
                  <a:srgbClr val="284E3C"/>
                </a:solidFill>
                <a:latin typeface="Arial"/>
                <a:ea typeface="Arial"/>
                <a:cs typeface="Arial"/>
              </a:defRPr>
            </a:lvl2pPr>
            <a:lvl3pPr>
              <a:buNone/>
              <a:defRPr sz="1800" b="1">
                <a:solidFill>
                  <a:srgbClr val="284E3C"/>
                </a:solidFill>
                <a:latin typeface="Arial"/>
                <a:ea typeface="Arial"/>
                <a:cs typeface="Arial"/>
              </a:defRPr>
            </a:lvl3pPr>
            <a:lvl4pPr>
              <a:buNone/>
              <a:defRPr sz="1800" b="1">
                <a:solidFill>
                  <a:srgbClr val="284E3C"/>
                </a:solidFill>
                <a:latin typeface="Arial"/>
                <a:ea typeface="Arial"/>
                <a:cs typeface="Arial"/>
              </a:defRPr>
            </a:lvl4pPr>
            <a:lvl5pPr>
              <a:buNone/>
              <a:defRPr sz="1800" b="1">
                <a:solidFill>
                  <a:srgbClr val="284E3C"/>
                </a:solidFill>
                <a:latin typeface="Arial"/>
                <a:ea typeface="Arial"/>
                <a:cs typeface="Arial"/>
              </a:defRPr>
            </a:lvl5pPr>
            <a:lvl6pPr>
              <a:buNone/>
              <a:defRPr sz="1800" b="1">
                <a:solidFill>
                  <a:srgbClr val="284E3C"/>
                </a:solidFill>
                <a:latin typeface="Arial"/>
                <a:ea typeface="Arial"/>
                <a:cs typeface="Arial"/>
              </a:defRPr>
            </a:lvl6pPr>
            <a:lvl7pPr>
              <a:buNone/>
              <a:defRPr sz="1800" b="1">
                <a:solidFill>
                  <a:srgbClr val="284E3C"/>
                </a:solidFill>
                <a:latin typeface="Arial"/>
                <a:ea typeface="Arial"/>
                <a:cs typeface="Arial"/>
              </a:defRPr>
            </a:lvl7pPr>
            <a:lvl8pPr>
              <a:buNone/>
              <a:defRPr sz="1800" b="1">
                <a:solidFill>
                  <a:srgbClr val="284E3C"/>
                </a:solidFill>
                <a:latin typeface="Arial"/>
                <a:ea typeface="Arial"/>
                <a:cs typeface="Arial"/>
              </a:defRPr>
            </a:lvl8pPr>
            <a:lvl9pPr>
              <a:buNone/>
              <a:defRPr sz="1800" b="1">
                <a:solidFill>
                  <a:srgbClr val="284E3C"/>
                </a:solidFill>
                <a:latin typeface="Arial"/>
                <a:ea typeface="Arial"/>
                <a:cs typeface="Arial"/>
              </a:defRPr>
            </a:lvl9pPr>
          </a:lstStyle>
          <a:p xmlns:a="http://schemas.openxmlformats.org/drawingml/2006/main">
            <a:pPr>
              <a:buNone/>
              <a:defRPr sz="1800" b="1">
                <a:solidFill>
                  <a:srgbClr val="284E3C"/>
                </a:solidFill>
                <a:latin typeface="Arial"/>
                <a:ea typeface="Arial"/>
                <a:cs typeface="Arial"/>
              </a:defRPr>
            </a:pPr>
            <a:r>
              <a:rPr sz="1800" b="1">
                <a:solidFill>
                  <a:srgbClr val="284E3C"/>
                </a:solidFill>
                <a:latin typeface="Arial"/>
                <a:ea typeface="Arial"/>
                <a:cs typeface="Arial"/>
              </a:rPr>
              <a:t>Keep favorites</a:t>
            </a:r>
          </a:p>
        </p:txBody>
      </p:sp>
      <p:sp>
        <p:nvSpPr>
          <p:cNvPr id="12" name="">
            <a:extLst xmlns:a="http://schemas.openxmlformats.org/drawingml/2006/main">
              <a:ext uri="{FF2B5EF4-FFF2-40B4-BE49-F238E27FC236}">
                <a16:creationId xmlns:a16="http://schemas.microsoft.com/office/drawing/2014/main" id="{3FDADF7A-A88B-4BAE-A5C7-44D7A59FD613}"/>
              </a:ext>
            </a:extLst>
          </p:cNvPr>
          <p:cNvSpPr>
            <a:spLocks xmlns:a="http://schemas.openxmlformats.org/drawingml/2006/main" noGrp="1"/>
          </p:cNvSpPr>
          <p:nvPr/>
        </p:nvSpPr>
        <p:spPr>
          <a:xfrm xmlns:a="http://schemas.openxmlformats.org/drawingml/2006/main">
            <a:off x="8343900" y="4981575"/>
            <a:ext cx="323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B6758"/>
                </a:solidFill>
                <a:latin typeface="Arial"/>
                <a:ea typeface="Arial"/>
                <a:cs typeface="Arial"/>
              </a:defRPr>
            </a:defPPr>
            <a:lvl1pPr>
              <a:buNone/>
              <a:defRPr sz="1425" b="0">
                <a:solidFill>
                  <a:srgbClr val="5B6758"/>
                </a:solidFill>
                <a:latin typeface="Arial"/>
                <a:ea typeface="Arial"/>
                <a:cs typeface="Arial"/>
              </a:defRPr>
            </a:lvl1pPr>
            <a:lvl2pPr>
              <a:buNone/>
              <a:defRPr sz="1425" b="0">
                <a:solidFill>
                  <a:srgbClr val="5B6758"/>
                </a:solidFill>
                <a:latin typeface="Arial"/>
                <a:ea typeface="Arial"/>
                <a:cs typeface="Arial"/>
              </a:defRPr>
            </a:lvl2pPr>
            <a:lvl3pPr>
              <a:buNone/>
              <a:defRPr sz="1425" b="0">
                <a:solidFill>
                  <a:srgbClr val="5B6758"/>
                </a:solidFill>
                <a:latin typeface="Arial"/>
                <a:ea typeface="Arial"/>
                <a:cs typeface="Arial"/>
              </a:defRPr>
            </a:lvl3pPr>
            <a:lvl4pPr>
              <a:buNone/>
              <a:defRPr sz="1425" b="0">
                <a:solidFill>
                  <a:srgbClr val="5B6758"/>
                </a:solidFill>
                <a:latin typeface="Arial"/>
                <a:ea typeface="Arial"/>
                <a:cs typeface="Arial"/>
              </a:defRPr>
            </a:lvl4pPr>
            <a:lvl5pPr>
              <a:buNone/>
              <a:defRPr sz="1425" b="0">
                <a:solidFill>
                  <a:srgbClr val="5B6758"/>
                </a:solidFill>
                <a:latin typeface="Arial"/>
                <a:ea typeface="Arial"/>
                <a:cs typeface="Arial"/>
              </a:defRPr>
            </a:lvl5pPr>
            <a:lvl6pPr>
              <a:buNone/>
              <a:defRPr sz="1425" b="0">
                <a:solidFill>
                  <a:srgbClr val="5B6758"/>
                </a:solidFill>
                <a:latin typeface="Arial"/>
                <a:ea typeface="Arial"/>
                <a:cs typeface="Arial"/>
              </a:defRPr>
            </a:lvl6pPr>
            <a:lvl7pPr>
              <a:buNone/>
              <a:defRPr sz="1425" b="0">
                <a:solidFill>
                  <a:srgbClr val="5B6758"/>
                </a:solidFill>
                <a:latin typeface="Arial"/>
                <a:ea typeface="Arial"/>
                <a:cs typeface="Arial"/>
              </a:defRPr>
            </a:lvl7pPr>
            <a:lvl8pPr>
              <a:buNone/>
              <a:defRPr sz="1425" b="0">
                <a:solidFill>
                  <a:srgbClr val="5B6758"/>
                </a:solidFill>
                <a:latin typeface="Arial"/>
                <a:ea typeface="Arial"/>
                <a:cs typeface="Arial"/>
              </a:defRPr>
            </a:lvl8pPr>
            <a:lvl9pPr>
              <a:buNone/>
              <a:defRPr sz="1425" b="0">
                <a:solidFill>
                  <a:srgbClr val="5B6758"/>
                </a:solidFill>
                <a:latin typeface="Arial"/>
                <a:ea typeface="Arial"/>
                <a:cs typeface="Arial"/>
              </a:defRPr>
            </a:lvl9pPr>
          </a:lstStyle>
          <a:p xmlns:a="http://schemas.openxmlformats.org/drawingml/2006/main">
            <a:pPr>
              <a:buNone/>
              <a:defRPr sz="1425" b="0">
                <a:solidFill>
                  <a:srgbClr val="5B6758"/>
                </a:solidFill>
                <a:latin typeface="Arial"/>
                <a:ea typeface="Arial"/>
                <a:cs typeface="Arial"/>
              </a:defRPr>
            </a:pPr>
            <a:r>
              <a:rPr sz="1425" b="0">
                <a:solidFill>
                  <a:srgbClr val="5B6758"/>
                </a:solidFill>
                <a:latin typeface="Arial"/>
                <a:ea typeface="Arial"/>
                <a:cs typeface="Arial"/>
              </a:rPr>
              <a:t>Wishlist and a signed-in account</a:t>
            </a:r>
          </a:p>
        </p:txBody>
      </p:sp>
    </p:spTree>
    <p:extLst>
      <p:ext uri="{BB962C8B-B14F-4D97-AF65-F5344CB8AC3E}">
        <p14:creationId xmlns:p14="http://schemas.microsoft.com/office/powerpoint/2010/main" val="1138218436"/>
      </p:ext>
    </p:extLst>
  </p:cSld>
</p:sld>
</file>

<file path=ppt/slides/slide3.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945EE4E-1807-4F95-BB35-9A62C31AB990}"/>
              </a:ext>
            </a:extLst>
          </p:cNvPr>
          <p:cNvSpPr>
            <a:spLocks xmlns:a="http://schemas.openxmlformats.org/drawingml/2006/main" noGrp="1"/>
          </p:cNvSpPr>
          <p:nvPr/>
        </p:nvSpPr>
        <p:spPr>
          <a:xfrm xmlns:a="http://schemas.openxmlformats.org/drawingml/2006/main">
            <a:off x="533400" y="400050"/>
            <a:ext cx="111252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284E3C"/>
                </a:solidFill>
                <a:latin typeface="Arial"/>
                <a:ea typeface="Arial"/>
                <a:cs typeface="Arial"/>
              </a:defRPr>
            </a:defPPr>
            <a:lvl1pPr>
              <a:buNone/>
              <a:defRPr sz="2850" b="1">
                <a:solidFill>
                  <a:srgbClr val="284E3C"/>
                </a:solidFill>
                <a:latin typeface="Arial"/>
                <a:ea typeface="Arial"/>
                <a:cs typeface="Arial"/>
              </a:defRPr>
            </a:lvl1pPr>
            <a:lvl2pPr>
              <a:buNone/>
              <a:defRPr sz="2850" b="1">
                <a:solidFill>
                  <a:srgbClr val="284E3C"/>
                </a:solidFill>
                <a:latin typeface="Arial"/>
                <a:ea typeface="Arial"/>
                <a:cs typeface="Arial"/>
              </a:defRPr>
            </a:lvl2pPr>
            <a:lvl3pPr>
              <a:buNone/>
              <a:defRPr sz="2850" b="1">
                <a:solidFill>
                  <a:srgbClr val="284E3C"/>
                </a:solidFill>
                <a:latin typeface="Arial"/>
                <a:ea typeface="Arial"/>
                <a:cs typeface="Arial"/>
              </a:defRPr>
            </a:lvl3pPr>
            <a:lvl4pPr>
              <a:buNone/>
              <a:defRPr sz="2850" b="1">
                <a:solidFill>
                  <a:srgbClr val="284E3C"/>
                </a:solidFill>
                <a:latin typeface="Arial"/>
                <a:ea typeface="Arial"/>
                <a:cs typeface="Arial"/>
              </a:defRPr>
            </a:lvl4pPr>
            <a:lvl5pPr>
              <a:buNone/>
              <a:defRPr sz="2850" b="1">
                <a:solidFill>
                  <a:srgbClr val="284E3C"/>
                </a:solidFill>
                <a:latin typeface="Arial"/>
                <a:ea typeface="Arial"/>
                <a:cs typeface="Arial"/>
              </a:defRPr>
            </a:lvl5pPr>
            <a:lvl6pPr>
              <a:buNone/>
              <a:defRPr sz="2850" b="1">
                <a:solidFill>
                  <a:srgbClr val="284E3C"/>
                </a:solidFill>
                <a:latin typeface="Arial"/>
                <a:ea typeface="Arial"/>
                <a:cs typeface="Arial"/>
              </a:defRPr>
            </a:lvl6pPr>
            <a:lvl7pPr>
              <a:buNone/>
              <a:defRPr sz="2850" b="1">
                <a:solidFill>
                  <a:srgbClr val="284E3C"/>
                </a:solidFill>
                <a:latin typeface="Arial"/>
                <a:ea typeface="Arial"/>
                <a:cs typeface="Arial"/>
              </a:defRPr>
            </a:lvl7pPr>
            <a:lvl8pPr>
              <a:buNone/>
              <a:defRPr sz="2850" b="1">
                <a:solidFill>
                  <a:srgbClr val="284E3C"/>
                </a:solidFill>
                <a:latin typeface="Arial"/>
                <a:ea typeface="Arial"/>
                <a:cs typeface="Arial"/>
              </a:defRPr>
            </a:lvl8pPr>
            <a:lvl9pPr>
              <a:buNone/>
              <a:defRPr sz="2850" b="1">
                <a:solidFill>
                  <a:srgbClr val="284E3C"/>
                </a:solidFill>
                <a:latin typeface="Arial"/>
                <a:ea typeface="Arial"/>
                <a:cs typeface="Arial"/>
              </a:defRPr>
            </a:lvl9pPr>
          </a:lstStyle>
          <a:p xmlns:a="http://schemas.openxmlformats.org/drawingml/2006/main">
            <a:pPr>
              <a:buNone/>
              <a:defRPr sz="2850" b="1">
                <a:solidFill>
                  <a:srgbClr val="284E3C"/>
                </a:solidFill>
                <a:latin typeface="Arial"/>
                <a:ea typeface="Arial"/>
                <a:cs typeface="Arial"/>
              </a:defRPr>
            </a:pPr>
            <a:r>
              <a:rPr sz="2850" b="1">
                <a:solidFill>
                  <a:srgbClr val="284E3C"/>
                </a:solidFill>
                <a:latin typeface="Arial"/>
                <a:ea typeface="Arial"/>
                <a:cs typeface="Arial"/>
              </a:rPr>
              <a:t>Product details and curated packages</a:t>
            </a:r>
          </a:p>
        </p:txBody>
      </p:sp>
      <p:sp>
        <p:nvSpPr>
          <p:cNvPr id="2" name="">
            <a:extLst xmlns:a="http://schemas.openxmlformats.org/drawingml/2006/main">
              <a:ext uri="{FF2B5EF4-FFF2-40B4-BE49-F238E27FC236}">
                <a16:creationId xmlns:a16="http://schemas.microsoft.com/office/drawing/2014/main" id="{9580DBB7-7E20-4BE3-8755-2FC429DB3443}"/>
              </a:ext>
            </a:extLst>
          </p:cNvPr>
          <p:cNvSpPr>
            <a:spLocks xmlns:a="http://schemas.openxmlformats.org/drawingml/2006/main" noGrp="1"/>
          </p:cNvSpPr>
          <p:nvPr/>
        </p:nvSpPr>
        <p:spPr>
          <a:xfrm xmlns:a="http://schemas.openxmlformats.org/drawingml/2006/main">
            <a:off x="533400" y="6286500"/>
            <a:ext cx="11125200" cy="9525"/>
          </a:xfrm>
          <a:prstGeom xmlns:a="http://schemas.openxmlformats.org/drawingml/2006/main" prst="rect">
            <a:avLst/>
          </a:prstGeom>
          <a:solidFill xmlns:a="http://schemas.openxmlformats.org/drawingml/2006/main">
            <a:srgbClr val="BBC8B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80918AC-D67C-4EA1-B558-4904A836C82E}"/>
              </a:ext>
            </a:extLst>
          </p:cNvPr>
          <p:cNvSpPr>
            <a:spLocks xmlns:a="http://schemas.openxmlformats.org/drawingml/2006/main" noGrp="1"/>
          </p:cNvSpPr>
          <p:nvPr/>
        </p:nvSpPr>
        <p:spPr>
          <a:xfrm xmlns:a="http://schemas.openxmlformats.org/drawingml/2006/main">
            <a:off x="533400" y="6448425"/>
            <a:ext cx="323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1">
                <a:solidFill>
                  <a:srgbClr val="5B6758"/>
                </a:solidFill>
                <a:latin typeface="Arial"/>
                <a:ea typeface="Arial"/>
                <a:cs typeface="Arial"/>
              </a:defRPr>
            </a:defPPr>
            <a:lvl1pPr>
              <a:buNone/>
              <a:defRPr sz="900" b="1">
                <a:solidFill>
                  <a:srgbClr val="5B6758"/>
                </a:solidFill>
                <a:latin typeface="Arial"/>
                <a:ea typeface="Arial"/>
                <a:cs typeface="Arial"/>
              </a:defRPr>
            </a:lvl1pPr>
            <a:lvl2pPr>
              <a:buNone/>
              <a:defRPr sz="900" b="1">
                <a:solidFill>
                  <a:srgbClr val="5B6758"/>
                </a:solidFill>
                <a:latin typeface="Arial"/>
                <a:ea typeface="Arial"/>
                <a:cs typeface="Arial"/>
              </a:defRPr>
            </a:lvl2pPr>
            <a:lvl3pPr>
              <a:buNone/>
              <a:defRPr sz="900" b="1">
                <a:solidFill>
                  <a:srgbClr val="5B6758"/>
                </a:solidFill>
                <a:latin typeface="Arial"/>
                <a:ea typeface="Arial"/>
                <a:cs typeface="Arial"/>
              </a:defRPr>
            </a:lvl3pPr>
            <a:lvl4pPr>
              <a:buNone/>
              <a:defRPr sz="900" b="1">
                <a:solidFill>
                  <a:srgbClr val="5B6758"/>
                </a:solidFill>
                <a:latin typeface="Arial"/>
                <a:ea typeface="Arial"/>
                <a:cs typeface="Arial"/>
              </a:defRPr>
            </a:lvl4pPr>
            <a:lvl5pPr>
              <a:buNone/>
              <a:defRPr sz="900" b="1">
                <a:solidFill>
                  <a:srgbClr val="5B6758"/>
                </a:solidFill>
                <a:latin typeface="Arial"/>
                <a:ea typeface="Arial"/>
                <a:cs typeface="Arial"/>
              </a:defRPr>
            </a:lvl5pPr>
            <a:lvl6pPr>
              <a:buNone/>
              <a:defRPr sz="900" b="1">
                <a:solidFill>
                  <a:srgbClr val="5B6758"/>
                </a:solidFill>
                <a:latin typeface="Arial"/>
                <a:ea typeface="Arial"/>
                <a:cs typeface="Arial"/>
              </a:defRPr>
            </a:lvl6pPr>
            <a:lvl7pPr>
              <a:buNone/>
              <a:defRPr sz="900" b="1">
                <a:solidFill>
                  <a:srgbClr val="5B6758"/>
                </a:solidFill>
                <a:latin typeface="Arial"/>
                <a:ea typeface="Arial"/>
                <a:cs typeface="Arial"/>
              </a:defRPr>
            </a:lvl7pPr>
            <a:lvl8pPr>
              <a:buNone/>
              <a:defRPr sz="900" b="1">
                <a:solidFill>
                  <a:srgbClr val="5B6758"/>
                </a:solidFill>
                <a:latin typeface="Arial"/>
                <a:ea typeface="Arial"/>
                <a:cs typeface="Arial"/>
              </a:defRPr>
            </a:lvl8pPr>
            <a:lvl9pPr>
              <a:buNone/>
              <a:defRPr sz="900" b="1">
                <a:solidFill>
                  <a:srgbClr val="5B6758"/>
                </a:solidFill>
                <a:latin typeface="Arial"/>
                <a:ea typeface="Arial"/>
                <a:cs typeface="Arial"/>
              </a:defRPr>
            </a:lvl9pPr>
          </a:lstStyle>
          <a:p xmlns:a="http://schemas.openxmlformats.org/drawingml/2006/main">
            <a:pPr>
              <a:buNone/>
              <a:defRPr sz="900" b="1">
                <a:solidFill>
                  <a:srgbClr val="5B6758"/>
                </a:solidFill>
                <a:latin typeface="Arial"/>
                <a:ea typeface="Arial"/>
                <a:cs typeface="Arial"/>
              </a:defRPr>
            </a:pPr>
            <a:r>
              <a:rPr sz="900" b="1">
                <a:solidFill>
                  <a:srgbClr val="5B6758"/>
                </a:solidFill>
                <a:latin typeface="Arial"/>
                <a:ea typeface="Arial"/>
                <a:cs typeface="Arial"/>
              </a:rPr>
              <a:t>NABTA BOTANICAL</a:t>
            </a:r>
          </a:p>
        </p:txBody>
      </p:sp>
      <p:sp>
        <p:nvSpPr>
          <p:cNvPr id="4" name="">
            <a:extLst xmlns:a="http://schemas.openxmlformats.org/drawingml/2006/main">
              <a:ext uri="{FF2B5EF4-FFF2-40B4-BE49-F238E27FC236}">
                <a16:creationId xmlns:a16="http://schemas.microsoft.com/office/drawing/2014/main" id="{9C244FC2-9B0A-47B7-A07F-24C7DE438305}"/>
              </a:ext>
            </a:extLst>
          </p:cNvPr>
          <p:cNvSpPr>
            <a:spLocks xmlns:a="http://schemas.openxmlformats.org/drawingml/2006/main" noGrp="1"/>
          </p:cNvSpPr>
          <p:nvPr/>
        </p:nvSpPr>
        <p:spPr>
          <a:xfrm xmlns:a="http://schemas.openxmlformats.org/drawingml/2006/main">
            <a:off x="9239250" y="6448425"/>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0">
                <a:solidFill>
                  <a:srgbClr val="5B6758"/>
                </a:solidFill>
                <a:latin typeface="Arial"/>
                <a:ea typeface="Arial"/>
                <a:cs typeface="Arial"/>
              </a:defRPr>
            </a:defPPr>
            <a:lvl1pPr>
              <a:buNone/>
              <a:defRPr sz="900" b="0">
                <a:solidFill>
                  <a:srgbClr val="5B6758"/>
                </a:solidFill>
                <a:latin typeface="Arial"/>
                <a:ea typeface="Arial"/>
                <a:cs typeface="Arial"/>
              </a:defRPr>
            </a:lvl1pPr>
            <a:lvl2pPr>
              <a:buNone/>
              <a:defRPr sz="900" b="0">
                <a:solidFill>
                  <a:srgbClr val="5B6758"/>
                </a:solidFill>
                <a:latin typeface="Arial"/>
                <a:ea typeface="Arial"/>
                <a:cs typeface="Arial"/>
              </a:defRPr>
            </a:lvl2pPr>
            <a:lvl3pPr>
              <a:buNone/>
              <a:defRPr sz="900" b="0">
                <a:solidFill>
                  <a:srgbClr val="5B6758"/>
                </a:solidFill>
                <a:latin typeface="Arial"/>
                <a:ea typeface="Arial"/>
                <a:cs typeface="Arial"/>
              </a:defRPr>
            </a:lvl3pPr>
            <a:lvl4pPr>
              <a:buNone/>
              <a:defRPr sz="900" b="0">
                <a:solidFill>
                  <a:srgbClr val="5B6758"/>
                </a:solidFill>
                <a:latin typeface="Arial"/>
                <a:ea typeface="Arial"/>
                <a:cs typeface="Arial"/>
              </a:defRPr>
            </a:lvl4pPr>
            <a:lvl5pPr>
              <a:buNone/>
              <a:defRPr sz="900" b="0">
                <a:solidFill>
                  <a:srgbClr val="5B6758"/>
                </a:solidFill>
                <a:latin typeface="Arial"/>
                <a:ea typeface="Arial"/>
                <a:cs typeface="Arial"/>
              </a:defRPr>
            </a:lvl5pPr>
            <a:lvl6pPr>
              <a:buNone/>
              <a:defRPr sz="900" b="0">
                <a:solidFill>
                  <a:srgbClr val="5B6758"/>
                </a:solidFill>
                <a:latin typeface="Arial"/>
                <a:ea typeface="Arial"/>
                <a:cs typeface="Arial"/>
              </a:defRPr>
            </a:lvl6pPr>
            <a:lvl7pPr>
              <a:buNone/>
              <a:defRPr sz="900" b="0">
                <a:solidFill>
                  <a:srgbClr val="5B6758"/>
                </a:solidFill>
                <a:latin typeface="Arial"/>
                <a:ea typeface="Arial"/>
                <a:cs typeface="Arial"/>
              </a:defRPr>
            </a:lvl7pPr>
            <a:lvl8pPr>
              <a:buNone/>
              <a:defRPr sz="900" b="0">
                <a:solidFill>
                  <a:srgbClr val="5B6758"/>
                </a:solidFill>
                <a:latin typeface="Arial"/>
                <a:ea typeface="Arial"/>
                <a:cs typeface="Arial"/>
              </a:defRPr>
            </a:lvl8pPr>
            <a:lvl9pPr>
              <a:buNone/>
              <a:defRPr sz="900" b="0">
                <a:solidFill>
                  <a:srgbClr val="5B6758"/>
                </a:solidFill>
                <a:latin typeface="Arial"/>
                <a:ea typeface="Arial"/>
                <a:cs typeface="Arial"/>
              </a:defRPr>
            </a:lvl9pPr>
          </a:lstStyle>
          <a:p xmlns:a="http://schemas.openxmlformats.org/drawingml/2006/main">
            <a:pPr>
              <a:buNone/>
              <a:defRPr sz="900" b="0">
                <a:solidFill>
                  <a:srgbClr val="5B6758"/>
                </a:solidFill>
                <a:latin typeface="Arial"/>
                <a:ea typeface="Arial"/>
                <a:cs typeface="Arial"/>
              </a:defRPr>
            </a:pPr>
            <a:r>
              <a:rPr sz="900" b="0">
                <a:solidFill>
                  <a:srgbClr val="5B6758"/>
                </a:solidFill>
                <a:latin typeface="Arial"/>
                <a:ea typeface="Arial"/>
                <a:cs typeface="Arial"/>
              </a:rPr>
              <a:t>03 / 13     1:15–2:00</a:t>
            </a:r>
          </a:p>
        </p:txBody>
      </p:sp>
      <p:sp>
        <p:nvSpPr>
          <p:cNvPr id="5" name="">
            <a:extLst xmlns:a="http://schemas.openxmlformats.org/drawingml/2006/main">
              <a:ext uri="{FF2B5EF4-FFF2-40B4-BE49-F238E27FC236}">
                <a16:creationId xmlns:a16="http://schemas.microsoft.com/office/drawing/2014/main" id="{52AC3CC3-D07E-4EC4-B589-DBEAA3444370}"/>
              </a:ext>
            </a:extLst>
          </p:cNvPr>
          <p:cNvSpPr>
            <a:spLocks xmlns:a="http://schemas.openxmlformats.org/drawingml/2006/main" noGrp="1"/>
          </p:cNvSpPr>
          <p:nvPr/>
        </p:nvSpPr>
        <p:spPr>
          <a:xfrm xmlns:a="http://schemas.openxmlformats.org/drawingml/2006/main">
            <a:off x="523875" y="1466850"/>
            <a:ext cx="5353050" cy="3352800"/>
          </a:xfrm>
          <a:prstGeom xmlns:a="http://schemas.openxmlformats.org/drawingml/2006/main" prst="roundRect">
            <a:avLst>
              <a:gd name="adj" fmla="val 2273"/>
            </a:avLst>
          </a:prstGeom>
          <a:solidFill xmlns:a="http://schemas.openxmlformats.org/drawingml/2006/main">
            <a:srgbClr val="FFFFFF"/>
          </a:solidFill>
          <a:ln xmlns:a="http://schemas.openxmlformats.org/drawingml/2006/main" w="9525">
            <a:solidFill>
              <a:srgbClr val="BBC8B3"/>
            </a:solidFill>
          </a:ln>
        </p:spPr>
      </p:sp>
      <p:pic>
        <p:nvPicPr>
          <p:cNvPr id="6" name="">
            <a:extLst xmlns:a="http://schemas.openxmlformats.org/drawingml/2006/main">
              <a:ext uri="{FF2B5EF4-FFF2-40B4-BE49-F238E27FC236}">
                <a16:creationId xmlns:a16="http://schemas.microsoft.com/office/drawing/2014/main" id="{A68FCCE6-840A-4CCC-A490-29EA321314EF}"/>
              </a:ext>
            </a:extLst>
          </p:cNvPr>
          <p:cNvPicPr>
            <a:picLocks xmlns:a="http://schemas.openxmlformats.org/drawingml/2006/main" noChangeAspect="1"/>
          </p:cNvPicPr>
          <p:nvPr/>
        </p:nvPicPr>
        <p:blipFill>
          <a:blip xmlns:r="http://schemas.openxmlformats.org/officeDocument/2006/relationships" xmlns:a="http://schemas.openxmlformats.org/drawingml/2006/main" r:embed="Rcdaab8f8cb0049ba"/>
          <a:stretch xmlns:a="http://schemas.openxmlformats.org/drawingml/2006/main"/>
        </p:blipFill>
        <p:spPr>
          <a:xfrm xmlns:a="http://schemas.openxmlformats.org/drawingml/2006/main">
            <a:off x="533400" y="1657216"/>
            <a:ext cx="5334000" cy="2972067"/>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1EE49EED-D4BA-443C-B41A-0B6417534EB0}"/>
              </a:ext>
            </a:extLst>
          </p:cNvPr>
          <p:cNvSpPr>
            <a:spLocks xmlns:a="http://schemas.openxmlformats.org/drawingml/2006/main" noGrp="1"/>
          </p:cNvSpPr>
          <p:nvPr/>
        </p:nvSpPr>
        <p:spPr>
          <a:xfrm xmlns:a="http://schemas.openxmlformats.org/drawingml/2006/main">
            <a:off x="6315075" y="1466850"/>
            <a:ext cx="5353050" cy="3352800"/>
          </a:xfrm>
          <a:prstGeom xmlns:a="http://schemas.openxmlformats.org/drawingml/2006/main" prst="roundRect">
            <a:avLst>
              <a:gd name="adj" fmla="val 2273"/>
            </a:avLst>
          </a:prstGeom>
          <a:solidFill xmlns:a="http://schemas.openxmlformats.org/drawingml/2006/main">
            <a:srgbClr val="FFFFFF"/>
          </a:solidFill>
          <a:ln xmlns:a="http://schemas.openxmlformats.org/drawingml/2006/main" w="9525">
            <a:solidFill>
              <a:srgbClr val="BBC8B3"/>
            </a:solidFill>
          </a:ln>
        </p:spPr>
      </p:sp>
      <p:pic>
        <p:nvPicPr>
          <p:cNvPr id="8" name="">
            <a:extLst xmlns:a="http://schemas.openxmlformats.org/drawingml/2006/main">
              <a:ext uri="{FF2B5EF4-FFF2-40B4-BE49-F238E27FC236}">
                <a16:creationId xmlns:a16="http://schemas.microsoft.com/office/drawing/2014/main" id="{E1D793EB-5187-4B40-B399-281F81781859}"/>
              </a:ext>
            </a:extLst>
          </p:cNvPr>
          <p:cNvPicPr>
            <a:picLocks xmlns:a="http://schemas.openxmlformats.org/drawingml/2006/main" noChangeAspect="1"/>
          </p:cNvPicPr>
          <p:nvPr/>
        </p:nvPicPr>
        <p:blipFill>
          <a:blip xmlns:r="http://schemas.openxmlformats.org/officeDocument/2006/relationships" xmlns:a="http://schemas.openxmlformats.org/drawingml/2006/main" r:embed="R9821fff711604dfd"/>
          <a:stretch xmlns:a="http://schemas.openxmlformats.org/drawingml/2006/main"/>
        </p:blipFill>
        <p:spPr>
          <a:xfrm xmlns:a="http://schemas.openxmlformats.org/drawingml/2006/main">
            <a:off x="6533791" y="1476375"/>
            <a:ext cx="4915618" cy="33337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EDEFA0E2-2D1E-4CCA-BE25-EB97C8CC1DAD}"/>
              </a:ext>
            </a:extLst>
          </p:cNvPr>
          <p:cNvSpPr>
            <a:spLocks xmlns:a="http://schemas.openxmlformats.org/drawingml/2006/main" noGrp="1"/>
          </p:cNvSpPr>
          <p:nvPr/>
        </p:nvSpPr>
        <p:spPr>
          <a:xfrm xmlns:a="http://schemas.openxmlformats.org/drawingml/2006/main">
            <a:off x="533400" y="506730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84E3C"/>
                </a:solidFill>
                <a:latin typeface="Arial"/>
                <a:ea typeface="Arial"/>
                <a:cs typeface="Arial"/>
              </a:defRPr>
            </a:defPPr>
            <a:lvl1pPr>
              <a:buNone/>
              <a:defRPr sz="1800" b="1">
                <a:solidFill>
                  <a:srgbClr val="284E3C"/>
                </a:solidFill>
                <a:latin typeface="Arial"/>
                <a:ea typeface="Arial"/>
                <a:cs typeface="Arial"/>
              </a:defRPr>
            </a:lvl1pPr>
            <a:lvl2pPr>
              <a:buNone/>
              <a:defRPr sz="1800" b="1">
                <a:solidFill>
                  <a:srgbClr val="284E3C"/>
                </a:solidFill>
                <a:latin typeface="Arial"/>
                <a:ea typeface="Arial"/>
                <a:cs typeface="Arial"/>
              </a:defRPr>
            </a:lvl2pPr>
            <a:lvl3pPr>
              <a:buNone/>
              <a:defRPr sz="1800" b="1">
                <a:solidFill>
                  <a:srgbClr val="284E3C"/>
                </a:solidFill>
                <a:latin typeface="Arial"/>
                <a:ea typeface="Arial"/>
                <a:cs typeface="Arial"/>
              </a:defRPr>
            </a:lvl3pPr>
            <a:lvl4pPr>
              <a:buNone/>
              <a:defRPr sz="1800" b="1">
                <a:solidFill>
                  <a:srgbClr val="284E3C"/>
                </a:solidFill>
                <a:latin typeface="Arial"/>
                <a:ea typeface="Arial"/>
                <a:cs typeface="Arial"/>
              </a:defRPr>
            </a:lvl4pPr>
            <a:lvl5pPr>
              <a:buNone/>
              <a:defRPr sz="1800" b="1">
                <a:solidFill>
                  <a:srgbClr val="284E3C"/>
                </a:solidFill>
                <a:latin typeface="Arial"/>
                <a:ea typeface="Arial"/>
                <a:cs typeface="Arial"/>
              </a:defRPr>
            </a:lvl5pPr>
            <a:lvl6pPr>
              <a:buNone/>
              <a:defRPr sz="1800" b="1">
                <a:solidFill>
                  <a:srgbClr val="284E3C"/>
                </a:solidFill>
                <a:latin typeface="Arial"/>
                <a:ea typeface="Arial"/>
                <a:cs typeface="Arial"/>
              </a:defRPr>
            </a:lvl6pPr>
            <a:lvl7pPr>
              <a:buNone/>
              <a:defRPr sz="1800" b="1">
                <a:solidFill>
                  <a:srgbClr val="284E3C"/>
                </a:solidFill>
                <a:latin typeface="Arial"/>
                <a:ea typeface="Arial"/>
                <a:cs typeface="Arial"/>
              </a:defRPr>
            </a:lvl7pPr>
            <a:lvl8pPr>
              <a:buNone/>
              <a:defRPr sz="1800" b="1">
                <a:solidFill>
                  <a:srgbClr val="284E3C"/>
                </a:solidFill>
                <a:latin typeface="Arial"/>
                <a:ea typeface="Arial"/>
                <a:cs typeface="Arial"/>
              </a:defRPr>
            </a:lvl8pPr>
            <a:lvl9pPr>
              <a:buNone/>
              <a:defRPr sz="1800" b="1">
                <a:solidFill>
                  <a:srgbClr val="284E3C"/>
                </a:solidFill>
                <a:latin typeface="Arial"/>
                <a:ea typeface="Arial"/>
                <a:cs typeface="Arial"/>
              </a:defRPr>
            </a:lvl9pPr>
          </a:lstStyle>
          <a:p xmlns:a="http://schemas.openxmlformats.org/drawingml/2006/main">
            <a:pPr>
              <a:buNone/>
              <a:defRPr sz="1800" b="1">
                <a:solidFill>
                  <a:srgbClr val="284E3C"/>
                </a:solidFill>
                <a:latin typeface="Arial"/>
                <a:ea typeface="Arial"/>
                <a:cs typeface="Arial"/>
              </a:defRPr>
            </a:pPr>
            <a:r>
              <a:rPr sz="1800" b="1">
                <a:solidFill>
                  <a:srgbClr val="284E3C"/>
                </a:solidFill>
                <a:latin typeface="Arial"/>
                <a:ea typeface="Arial"/>
                <a:cs typeface="Arial"/>
              </a:rPr>
              <a:t>Product information</a:t>
            </a:r>
          </a:p>
        </p:txBody>
      </p:sp>
      <p:sp>
        <p:nvSpPr>
          <p:cNvPr id="10" name="">
            <a:extLst xmlns:a="http://schemas.openxmlformats.org/drawingml/2006/main">
              <a:ext uri="{FF2B5EF4-FFF2-40B4-BE49-F238E27FC236}">
                <a16:creationId xmlns:a16="http://schemas.microsoft.com/office/drawing/2014/main" id="{838158E2-2BE4-4903-9CA0-0C6FD40AFA28}"/>
              </a:ext>
            </a:extLst>
          </p:cNvPr>
          <p:cNvSpPr>
            <a:spLocks xmlns:a="http://schemas.openxmlformats.org/drawingml/2006/main" noGrp="1"/>
          </p:cNvSpPr>
          <p:nvPr/>
        </p:nvSpPr>
        <p:spPr>
          <a:xfrm xmlns:a="http://schemas.openxmlformats.org/drawingml/2006/main">
            <a:off x="533400" y="5476875"/>
            <a:ext cx="5238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B6758"/>
                </a:solidFill>
                <a:latin typeface="Arial"/>
                <a:ea typeface="Arial"/>
                <a:cs typeface="Arial"/>
              </a:defRPr>
            </a:defPPr>
            <a:lvl1pPr>
              <a:buNone/>
              <a:defRPr sz="1425" b="0">
                <a:solidFill>
                  <a:srgbClr val="5B6758"/>
                </a:solidFill>
                <a:latin typeface="Arial"/>
                <a:ea typeface="Arial"/>
                <a:cs typeface="Arial"/>
              </a:defRPr>
            </a:lvl1pPr>
            <a:lvl2pPr>
              <a:buNone/>
              <a:defRPr sz="1425" b="0">
                <a:solidFill>
                  <a:srgbClr val="5B6758"/>
                </a:solidFill>
                <a:latin typeface="Arial"/>
                <a:ea typeface="Arial"/>
                <a:cs typeface="Arial"/>
              </a:defRPr>
            </a:lvl2pPr>
            <a:lvl3pPr>
              <a:buNone/>
              <a:defRPr sz="1425" b="0">
                <a:solidFill>
                  <a:srgbClr val="5B6758"/>
                </a:solidFill>
                <a:latin typeface="Arial"/>
                <a:ea typeface="Arial"/>
                <a:cs typeface="Arial"/>
              </a:defRPr>
            </a:lvl3pPr>
            <a:lvl4pPr>
              <a:buNone/>
              <a:defRPr sz="1425" b="0">
                <a:solidFill>
                  <a:srgbClr val="5B6758"/>
                </a:solidFill>
                <a:latin typeface="Arial"/>
                <a:ea typeface="Arial"/>
                <a:cs typeface="Arial"/>
              </a:defRPr>
            </a:lvl4pPr>
            <a:lvl5pPr>
              <a:buNone/>
              <a:defRPr sz="1425" b="0">
                <a:solidFill>
                  <a:srgbClr val="5B6758"/>
                </a:solidFill>
                <a:latin typeface="Arial"/>
                <a:ea typeface="Arial"/>
                <a:cs typeface="Arial"/>
              </a:defRPr>
            </a:lvl5pPr>
            <a:lvl6pPr>
              <a:buNone/>
              <a:defRPr sz="1425" b="0">
                <a:solidFill>
                  <a:srgbClr val="5B6758"/>
                </a:solidFill>
                <a:latin typeface="Arial"/>
                <a:ea typeface="Arial"/>
                <a:cs typeface="Arial"/>
              </a:defRPr>
            </a:lvl6pPr>
            <a:lvl7pPr>
              <a:buNone/>
              <a:defRPr sz="1425" b="0">
                <a:solidFill>
                  <a:srgbClr val="5B6758"/>
                </a:solidFill>
                <a:latin typeface="Arial"/>
                <a:ea typeface="Arial"/>
                <a:cs typeface="Arial"/>
              </a:defRPr>
            </a:lvl7pPr>
            <a:lvl8pPr>
              <a:buNone/>
              <a:defRPr sz="1425" b="0">
                <a:solidFill>
                  <a:srgbClr val="5B6758"/>
                </a:solidFill>
                <a:latin typeface="Arial"/>
                <a:ea typeface="Arial"/>
                <a:cs typeface="Arial"/>
              </a:defRPr>
            </a:lvl8pPr>
            <a:lvl9pPr>
              <a:buNone/>
              <a:defRPr sz="1425" b="0">
                <a:solidFill>
                  <a:srgbClr val="5B6758"/>
                </a:solidFill>
                <a:latin typeface="Arial"/>
                <a:ea typeface="Arial"/>
                <a:cs typeface="Arial"/>
              </a:defRPr>
            </a:lvl9pPr>
          </a:lstStyle>
          <a:p xmlns:a="http://schemas.openxmlformats.org/drawingml/2006/main">
            <a:pPr>
              <a:buNone/>
              <a:defRPr sz="1425" b="0">
                <a:solidFill>
                  <a:srgbClr val="5B6758"/>
                </a:solidFill>
                <a:latin typeface="Arial"/>
                <a:ea typeface="Arial"/>
                <a:cs typeface="Arial"/>
              </a:defRPr>
            </a:pPr>
            <a:r>
              <a:rPr sz="1425" b="0">
                <a:solidFill>
                  <a:srgbClr val="5B6758"/>
                </a:solidFill>
                <a:latin typeface="Arial"/>
                <a:ea typeface="Arial"/>
                <a:cs typeface="Arial"/>
              </a:rPr>
              <a:t>Gallery, availability, reviews and basket action</a:t>
            </a:r>
          </a:p>
        </p:txBody>
      </p:sp>
      <p:sp>
        <p:nvSpPr>
          <p:cNvPr id="11" name="">
            <a:extLst xmlns:a="http://schemas.openxmlformats.org/drawingml/2006/main">
              <a:ext uri="{FF2B5EF4-FFF2-40B4-BE49-F238E27FC236}">
                <a16:creationId xmlns:a16="http://schemas.microsoft.com/office/drawing/2014/main" id="{4611CB04-70B1-476F-BB52-EFDE64F48B7B}"/>
              </a:ext>
            </a:extLst>
          </p:cNvPr>
          <p:cNvSpPr>
            <a:spLocks xmlns:a="http://schemas.openxmlformats.org/drawingml/2006/main" noGrp="1"/>
          </p:cNvSpPr>
          <p:nvPr/>
        </p:nvSpPr>
        <p:spPr>
          <a:xfrm xmlns:a="http://schemas.openxmlformats.org/drawingml/2006/main">
            <a:off x="6324600" y="506730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84E3C"/>
                </a:solidFill>
                <a:latin typeface="Arial"/>
                <a:ea typeface="Arial"/>
                <a:cs typeface="Arial"/>
              </a:defRPr>
            </a:defPPr>
            <a:lvl1pPr>
              <a:buNone/>
              <a:defRPr sz="1800" b="1">
                <a:solidFill>
                  <a:srgbClr val="284E3C"/>
                </a:solidFill>
                <a:latin typeface="Arial"/>
                <a:ea typeface="Arial"/>
                <a:cs typeface="Arial"/>
              </a:defRPr>
            </a:lvl1pPr>
            <a:lvl2pPr>
              <a:buNone/>
              <a:defRPr sz="1800" b="1">
                <a:solidFill>
                  <a:srgbClr val="284E3C"/>
                </a:solidFill>
                <a:latin typeface="Arial"/>
                <a:ea typeface="Arial"/>
                <a:cs typeface="Arial"/>
              </a:defRPr>
            </a:lvl2pPr>
            <a:lvl3pPr>
              <a:buNone/>
              <a:defRPr sz="1800" b="1">
                <a:solidFill>
                  <a:srgbClr val="284E3C"/>
                </a:solidFill>
                <a:latin typeface="Arial"/>
                <a:ea typeface="Arial"/>
                <a:cs typeface="Arial"/>
              </a:defRPr>
            </a:lvl3pPr>
            <a:lvl4pPr>
              <a:buNone/>
              <a:defRPr sz="1800" b="1">
                <a:solidFill>
                  <a:srgbClr val="284E3C"/>
                </a:solidFill>
                <a:latin typeface="Arial"/>
                <a:ea typeface="Arial"/>
                <a:cs typeface="Arial"/>
              </a:defRPr>
            </a:lvl4pPr>
            <a:lvl5pPr>
              <a:buNone/>
              <a:defRPr sz="1800" b="1">
                <a:solidFill>
                  <a:srgbClr val="284E3C"/>
                </a:solidFill>
                <a:latin typeface="Arial"/>
                <a:ea typeface="Arial"/>
                <a:cs typeface="Arial"/>
              </a:defRPr>
            </a:lvl5pPr>
            <a:lvl6pPr>
              <a:buNone/>
              <a:defRPr sz="1800" b="1">
                <a:solidFill>
                  <a:srgbClr val="284E3C"/>
                </a:solidFill>
                <a:latin typeface="Arial"/>
                <a:ea typeface="Arial"/>
                <a:cs typeface="Arial"/>
              </a:defRPr>
            </a:lvl6pPr>
            <a:lvl7pPr>
              <a:buNone/>
              <a:defRPr sz="1800" b="1">
                <a:solidFill>
                  <a:srgbClr val="284E3C"/>
                </a:solidFill>
                <a:latin typeface="Arial"/>
                <a:ea typeface="Arial"/>
                <a:cs typeface="Arial"/>
              </a:defRPr>
            </a:lvl7pPr>
            <a:lvl8pPr>
              <a:buNone/>
              <a:defRPr sz="1800" b="1">
                <a:solidFill>
                  <a:srgbClr val="284E3C"/>
                </a:solidFill>
                <a:latin typeface="Arial"/>
                <a:ea typeface="Arial"/>
                <a:cs typeface="Arial"/>
              </a:defRPr>
            </a:lvl8pPr>
            <a:lvl9pPr>
              <a:buNone/>
              <a:defRPr sz="1800" b="1">
                <a:solidFill>
                  <a:srgbClr val="284E3C"/>
                </a:solidFill>
                <a:latin typeface="Arial"/>
                <a:ea typeface="Arial"/>
                <a:cs typeface="Arial"/>
              </a:defRPr>
            </a:lvl9pPr>
          </a:lstStyle>
          <a:p xmlns:a="http://schemas.openxmlformats.org/drawingml/2006/main">
            <a:pPr>
              <a:buNone/>
              <a:defRPr sz="1800" b="1">
                <a:solidFill>
                  <a:srgbClr val="284E3C"/>
                </a:solidFill>
                <a:latin typeface="Arial"/>
                <a:ea typeface="Arial"/>
                <a:cs typeface="Arial"/>
              </a:defRPr>
            </a:pPr>
            <a:r>
              <a:rPr sz="1800" b="1">
                <a:solidFill>
                  <a:srgbClr val="284E3C"/>
                </a:solidFill>
                <a:latin typeface="Arial"/>
                <a:ea typeface="Arial"/>
                <a:cs typeface="Arial"/>
              </a:rPr>
              <a:t>Package value</a:t>
            </a:r>
          </a:p>
        </p:txBody>
      </p:sp>
      <p:sp>
        <p:nvSpPr>
          <p:cNvPr id="12" name="">
            <a:extLst xmlns:a="http://schemas.openxmlformats.org/drawingml/2006/main">
              <a:ext uri="{FF2B5EF4-FFF2-40B4-BE49-F238E27FC236}">
                <a16:creationId xmlns:a16="http://schemas.microsoft.com/office/drawing/2014/main" id="{9BFF1D44-1C6A-45A8-B460-340E53C92418}"/>
              </a:ext>
            </a:extLst>
          </p:cNvPr>
          <p:cNvSpPr>
            <a:spLocks xmlns:a="http://schemas.openxmlformats.org/drawingml/2006/main" noGrp="1"/>
          </p:cNvSpPr>
          <p:nvPr/>
        </p:nvSpPr>
        <p:spPr>
          <a:xfrm xmlns:a="http://schemas.openxmlformats.org/drawingml/2006/main">
            <a:off x="6324600" y="5476875"/>
            <a:ext cx="5238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B6758"/>
                </a:solidFill>
                <a:latin typeface="Arial"/>
                <a:ea typeface="Arial"/>
                <a:cs typeface="Arial"/>
              </a:defRPr>
            </a:defPPr>
            <a:lvl1pPr>
              <a:buNone/>
              <a:defRPr sz="1425" b="0">
                <a:solidFill>
                  <a:srgbClr val="5B6758"/>
                </a:solidFill>
                <a:latin typeface="Arial"/>
                <a:ea typeface="Arial"/>
                <a:cs typeface="Arial"/>
              </a:defRPr>
            </a:lvl1pPr>
            <a:lvl2pPr>
              <a:buNone/>
              <a:defRPr sz="1425" b="0">
                <a:solidFill>
                  <a:srgbClr val="5B6758"/>
                </a:solidFill>
                <a:latin typeface="Arial"/>
                <a:ea typeface="Arial"/>
                <a:cs typeface="Arial"/>
              </a:defRPr>
            </a:lvl2pPr>
            <a:lvl3pPr>
              <a:buNone/>
              <a:defRPr sz="1425" b="0">
                <a:solidFill>
                  <a:srgbClr val="5B6758"/>
                </a:solidFill>
                <a:latin typeface="Arial"/>
                <a:ea typeface="Arial"/>
                <a:cs typeface="Arial"/>
              </a:defRPr>
            </a:lvl3pPr>
            <a:lvl4pPr>
              <a:buNone/>
              <a:defRPr sz="1425" b="0">
                <a:solidFill>
                  <a:srgbClr val="5B6758"/>
                </a:solidFill>
                <a:latin typeface="Arial"/>
                <a:ea typeface="Arial"/>
                <a:cs typeface="Arial"/>
              </a:defRPr>
            </a:lvl4pPr>
            <a:lvl5pPr>
              <a:buNone/>
              <a:defRPr sz="1425" b="0">
                <a:solidFill>
                  <a:srgbClr val="5B6758"/>
                </a:solidFill>
                <a:latin typeface="Arial"/>
                <a:ea typeface="Arial"/>
                <a:cs typeface="Arial"/>
              </a:defRPr>
            </a:lvl5pPr>
            <a:lvl6pPr>
              <a:buNone/>
              <a:defRPr sz="1425" b="0">
                <a:solidFill>
                  <a:srgbClr val="5B6758"/>
                </a:solidFill>
                <a:latin typeface="Arial"/>
                <a:ea typeface="Arial"/>
                <a:cs typeface="Arial"/>
              </a:defRPr>
            </a:lvl6pPr>
            <a:lvl7pPr>
              <a:buNone/>
              <a:defRPr sz="1425" b="0">
                <a:solidFill>
                  <a:srgbClr val="5B6758"/>
                </a:solidFill>
                <a:latin typeface="Arial"/>
                <a:ea typeface="Arial"/>
                <a:cs typeface="Arial"/>
              </a:defRPr>
            </a:lvl7pPr>
            <a:lvl8pPr>
              <a:buNone/>
              <a:defRPr sz="1425" b="0">
                <a:solidFill>
                  <a:srgbClr val="5B6758"/>
                </a:solidFill>
                <a:latin typeface="Arial"/>
                <a:ea typeface="Arial"/>
                <a:cs typeface="Arial"/>
              </a:defRPr>
            </a:lvl8pPr>
            <a:lvl9pPr>
              <a:buNone/>
              <a:defRPr sz="1425" b="0">
                <a:solidFill>
                  <a:srgbClr val="5B6758"/>
                </a:solidFill>
                <a:latin typeface="Arial"/>
                <a:ea typeface="Arial"/>
                <a:cs typeface="Arial"/>
              </a:defRPr>
            </a:lvl9pPr>
          </a:lstStyle>
          <a:p xmlns:a="http://schemas.openxmlformats.org/drawingml/2006/main">
            <a:pPr>
              <a:buNone/>
              <a:defRPr sz="1425" b="0">
                <a:solidFill>
                  <a:srgbClr val="5B6758"/>
                </a:solidFill>
                <a:latin typeface="Arial"/>
                <a:ea typeface="Arial"/>
                <a:cs typeface="Arial"/>
              </a:defRPr>
            </a:pPr>
            <a:r>
              <a:rPr sz="1425" b="0">
                <a:solidFill>
                  <a:srgbClr val="5B6758"/>
                </a:solidFill>
                <a:latin typeface="Arial"/>
                <a:ea typeface="Arial"/>
                <a:cs typeface="Arial"/>
              </a:rPr>
              <a:t>Product quantities, shared discount and full details</a:t>
            </a:r>
          </a:p>
        </p:txBody>
      </p:sp>
    </p:spTree>
    <p:extLst>
      <p:ext uri="{BB962C8B-B14F-4D97-AF65-F5344CB8AC3E}">
        <p14:creationId xmlns:p14="http://schemas.microsoft.com/office/powerpoint/2010/main" val="1540733001"/>
      </p:ext>
    </p:extLst>
  </p:cSld>
</p:sld>
</file>

<file path=ppt/slides/slide4.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507E28B-1EAF-46B3-AEDC-955F78D11678}"/>
              </a:ext>
            </a:extLst>
          </p:cNvPr>
          <p:cNvSpPr>
            <a:spLocks xmlns:a="http://schemas.openxmlformats.org/drawingml/2006/main" noGrp="1"/>
          </p:cNvSpPr>
          <p:nvPr/>
        </p:nvSpPr>
        <p:spPr>
          <a:xfrm xmlns:a="http://schemas.openxmlformats.org/drawingml/2006/main">
            <a:off x="533400" y="400050"/>
            <a:ext cx="111252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284E3C"/>
                </a:solidFill>
                <a:latin typeface="Arial"/>
                <a:ea typeface="Arial"/>
                <a:cs typeface="Arial"/>
              </a:defRPr>
            </a:defPPr>
            <a:lvl1pPr>
              <a:defRPr sz="2850" b="1">
                <a:solidFill>
                  <a:srgbClr val="284E3C"/>
                </a:solidFill>
                <a:latin typeface="Arial"/>
                <a:ea typeface="Arial"/>
                <a:cs typeface="Arial"/>
              </a:defRPr>
            </a:lvl1pPr>
            <a:lvl2pPr>
              <a:defRPr sz="2850" b="1">
                <a:solidFill>
                  <a:srgbClr val="284E3C"/>
                </a:solidFill>
                <a:latin typeface="Arial"/>
                <a:ea typeface="Arial"/>
                <a:cs typeface="Arial"/>
              </a:defRPr>
            </a:lvl2pPr>
            <a:lvl3pPr>
              <a:defRPr sz="2850" b="1">
                <a:solidFill>
                  <a:srgbClr val="284E3C"/>
                </a:solidFill>
                <a:latin typeface="Arial"/>
                <a:ea typeface="Arial"/>
                <a:cs typeface="Arial"/>
              </a:defRPr>
            </a:lvl3pPr>
            <a:lvl4pPr>
              <a:defRPr sz="2850" b="1">
                <a:solidFill>
                  <a:srgbClr val="284E3C"/>
                </a:solidFill>
                <a:latin typeface="Arial"/>
                <a:ea typeface="Arial"/>
                <a:cs typeface="Arial"/>
              </a:defRPr>
            </a:lvl4pPr>
            <a:lvl5pPr>
              <a:defRPr sz="2850" b="1">
                <a:solidFill>
                  <a:srgbClr val="284E3C"/>
                </a:solidFill>
                <a:latin typeface="Arial"/>
                <a:ea typeface="Arial"/>
                <a:cs typeface="Arial"/>
              </a:defRPr>
            </a:lvl5pPr>
            <a:lvl6pPr>
              <a:defRPr sz="2850" b="1">
                <a:solidFill>
                  <a:srgbClr val="284E3C"/>
                </a:solidFill>
                <a:latin typeface="Arial"/>
                <a:ea typeface="Arial"/>
                <a:cs typeface="Arial"/>
              </a:defRPr>
            </a:lvl6pPr>
            <a:lvl7pPr>
              <a:defRPr sz="2850" b="1">
                <a:solidFill>
                  <a:srgbClr val="284E3C"/>
                </a:solidFill>
                <a:latin typeface="Arial"/>
                <a:ea typeface="Arial"/>
                <a:cs typeface="Arial"/>
              </a:defRPr>
            </a:lvl7pPr>
            <a:lvl8pPr>
              <a:defRPr sz="2850" b="1">
                <a:solidFill>
                  <a:srgbClr val="284E3C"/>
                </a:solidFill>
                <a:latin typeface="Arial"/>
                <a:ea typeface="Arial"/>
                <a:cs typeface="Arial"/>
              </a:defRPr>
            </a:lvl8pPr>
            <a:lvl9pPr>
              <a:defRPr sz="2850" b="1">
                <a:solidFill>
                  <a:srgbClr val="284E3C"/>
                </a:solidFill>
                <a:latin typeface="Arial"/>
                <a:ea typeface="Arial"/>
                <a:cs typeface="Arial"/>
              </a:defRPr>
            </a:lvl9pPr>
          </a:lstStyle>
          <a:p xmlns:a="http://schemas.openxmlformats.org/drawingml/2006/main">
            <a:pPr>
              <a:defRPr sz="2850" b="1">
                <a:solidFill>
                  <a:srgbClr val="284E3C"/>
                </a:solidFill>
                <a:latin typeface="Arial"/>
                <a:ea typeface="Arial"/>
                <a:cs typeface="Arial"/>
              </a:defRPr>
            </a:pPr>
            <a:r>
              <a:rPr sz="2850" b="1">
                <a:solidFill>
                  <a:srgbClr val="284E3C"/>
                </a:solidFill>
                <a:latin typeface="Arial"/>
                <a:ea typeface="Arial"/>
                <a:cs typeface="Arial"/>
              </a:rPr>
              <a:t>Package pricing and stock logic</a:t>
            </a:r>
          </a:p>
        </p:txBody>
      </p:sp>
      <p:sp>
        <p:nvSpPr>
          <p:cNvPr id="2" name="">
            <a:extLst xmlns:a="http://schemas.openxmlformats.org/drawingml/2006/main">
              <a:ext uri="{FF2B5EF4-FFF2-40B4-BE49-F238E27FC236}">
                <a16:creationId xmlns:a16="http://schemas.microsoft.com/office/drawing/2014/main" id="{845AD50B-BDFC-4216-9275-D1DE119B34F6}"/>
              </a:ext>
            </a:extLst>
          </p:cNvPr>
          <p:cNvSpPr>
            <a:spLocks xmlns:a="http://schemas.openxmlformats.org/drawingml/2006/main" noGrp="1"/>
          </p:cNvSpPr>
          <p:nvPr/>
        </p:nvSpPr>
        <p:spPr>
          <a:xfrm xmlns:a="http://schemas.openxmlformats.org/drawingml/2006/main">
            <a:off x="533400" y="6286500"/>
            <a:ext cx="11125200" cy="9525"/>
          </a:xfrm>
          <a:prstGeom xmlns:a="http://schemas.openxmlformats.org/drawingml/2006/main" prst="rect">
            <a:avLst/>
          </a:prstGeom>
          <a:solidFill xmlns:a="http://schemas.openxmlformats.org/drawingml/2006/main">
            <a:srgbClr val="BBC8B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AD90DEF-BEF8-4112-BD20-F4E321FFD29A}"/>
              </a:ext>
            </a:extLst>
          </p:cNvPr>
          <p:cNvSpPr>
            <a:spLocks xmlns:a="http://schemas.openxmlformats.org/drawingml/2006/main" noGrp="1"/>
          </p:cNvSpPr>
          <p:nvPr/>
        </p:nvSpPr>
        <p:spPr>
          <a:xfrm xmlns:a="http://schemas.openxmlformats.org/drawingml/2006/main">
            <a:off x="533400" y="6448425"/>
            <a:ext cx="323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1">
                <a:solidFill>
                  <a:srgbClr val="5B6758"/>
                </a:solidFill>
                <a:latin typeface="Arial"/>
                <a:ea typeface="Arial"/>
                <a:cs typeface="Arial"/>
              </a:defRPr>
            </a:defPPr>
            <a:lvl1pPr>
              <a:defRPr sz="900" b="1">
                <a:solidFill>
                  <a:srgbClr val="5B6758"/>
                </a:solidFill>
                <a:latin typeface="Arial"/>
                <a:ea typeface="Arial"/>
                <a:cs typeface="Arial"/>
              </a:defRPr>
            </a:lvl1pPr>
            <a:lvl2pPr>
              <a:defRPr sz="900" b="1">
                <a:solidFill>
                  <a:srgbClr val="5B6758"/>
                </a:solidFill>
                <a:latin typeface="Arial"/>
                <a:ea typeface="Arial"/>
                <a:cs typeface="Arial"/>
              </a:defRPr>
            </a:lvl2pPr>
            <a:lvl3pPr>
              <a:defRPr sz="900" b="1">
                <a:solidFill>
                  <a:srgbClr val="5B6758"/>
                </a:solidFill>
                <a:latin typeface="Arial"/>
                <a:ea typeface="Arial"/>
                <a:cs typeface="Arial"/>
              </a:defRPr>
            </a:lvl3pPr>
            <a:lvl4pPr>
              <a:defRPr sz="900" b="1">
                <a:solidFill>
                  <a:srgbClr val="5B6758"/>
                </a:solidFill>
                <a:latin typeface="Arial"/>
                <a:ea typeface="Arial"/>
                <a:cs typeface="Arial"/>
              </a:defRPr>
            </a:lvl4pPr>
            <a:lvl5pPr>
              <a:defRPr sz="900" b="1">
                <a:solidFill>
                  <a:srgbClr val="5B6758"/>
                </a:solidFill>
                <a:latin typeface="Arial"/>
                <a:ea typeface="Arial"/>
                <a:cs typeface="Arial"/>
              </a:defRPr>
            </a:lvl5pPr>
            <a:lvl6pPr>
              <a:defRPr sz="900" b="1">
                <a:solidFill>
                  <a:srgbClr val="5B6758"/>
                </a:solidFill>
                <a:latin typeface="Arial"/>
                <a:ea typeface="Arial"/>
                <a:cs typeface="Arial"/>
              </a:defRPr>
            </a:lvl6pPr>
            <a:lvl7pPr>
              <a:defRPr sz="900" b="1">
                <a:solidFill>
                  <a:srgbClr val="5B6758"/>
                </a:solidFill>
                <a:latin typeface="Arial"/>
                <a:ea typeface="Arial"/>
                <a:cs typeface="Arial"/>
              </a:defRPr>
            </a:lvl7pPr>
            <a:lvl8pPr>
              <a:defRPr sz="900" b="1">
                <a:solidFill>
                  <a:srgbClr val="5B6758"/>
                </a:solidFill>
                <a:latin typeface="Arial"/>
                <a:ea typeface="Arial"/>
                <a:cs typeface="Arial"/>
              </a:defRPr>
            </a:lvl8pPr>
            <a:lvl9pPr>
              <a:defRPr sz="900" b="1">
                <a:solidFill>
                  <a:srgbClr val="5B6758"/>
                </a:solidFill>
                <a:latin typeface="Arial"/>
                <a:ea typeface="Arial"/>
                <a:cs typeface="Arial"/>
              </a:defRPr>
            </a:lvl9pPr>
          </a:lstStyle>
          <a:p xmlns:a="http://schemas.openxmlformats.org/drawingml/2006/main">
            <a:pPr>
              <a:defRPr sz="900" b="1">
                <a:solidFill>
                  <a:srgbClr val="5B6758"/>
                </a:solidFill>
                <a:latin typeface="Arial"/>
                <a:ea typeface="Arial"/>
                <a:cs typeface="Arial"/>
              </a:defRPr>
            </a:pPr>
            <a:r>
              <a:rPr sz="900" b="1">
                <a:solidFill>
                  <a:srgbClr val="5B6758"/>
                </a:solidFill>
                <a:latin typeface="Arial"/>
                <a:ea typeface="Arial"/>
                <a:cs typeface="Arial"/>
              </a:rPr>
              <a:t>NABTA BOTANICAL</a:t>
            </a:r>
          </a:p>
        </p:txBody>
      </p:sp>
      <p:sp>
        <p:nvSpPr>
          <p:cNvPr id="4" name="">
            <a:extLst xmlns:a="http://schemas.openxmlformats.org/drawingml/2006/main">
              <a:ext uri="{FF2B5EF4-FFF2-40B4-BE49-F238E27FC236}">
                <a16:creationId xmlns:a16="http://schemas.microsoft.com/office/drawing/2014/main" id="{B3D4B2DE-65AE-45F7-8DEF-332B9D8653F2}"/>
              </a:ext>
            </a:extLst>
          </p:cNvPr>
          <p:cNvSpPr>
            <a:spLocks xmlns:a="http://schemas.openxmlformats.org/drawingml/2006/main" noGrp="1"/>
          </p:cNvSpPr>
          <p:nvPr/>
        </p:nvSpPr>
        <p:spPr>
          <a:xfrm xmlns:a="http://schemas.openxmlformats.org/drawingml/2006/main">
            <a:off x="9239250" y="6448425"/>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0">
                <a:solidFill>
                  <a:srgbClr val="5B6758"/>
                </a:solidFill>
                <a:latin typeface="Arial"/>
                <a:ea typeface="Arial"/>
                <a:cs typeface="Arial"/>
              </a:defRPr>
            </a:defPPr>
            <a:lvl1pPr>
              <a:defRPr sz="900" b="0">
                <a:solidFill>
                  <a:srgbClr val="5B6758"/>
                </a:solidFill>
                <a:latin typeface="Arial"/>
                <a:ea typeface="Arial"/>
                <a:cs typeface="Arial"/>
              </a:defRPr>
            </a:lvl1pPr>
            <a:lvl2pPr>
              <a:defRPr sz="900" b="0">
                <a:solidFill>
                  <a:srgbClr val="5B6758"/>
                </a:solidFill>
                <a:latin typeface="Arial"/>
                <a:ea typeface="Arial"/>
                <a:cs typeface="Arial"/>
              </a:defRPr>
            </a:lvl2pPr>
            <a:lvl3pPr>
              <a:defRPr sz="900" b="0">
                <a:solidFill>
                  <a:srgbClr val="5B6758"/>
                </a:solidFill>
                <a:latin typeface="Arial"/>
                <a:ea typeface="Arial"/>
                <a:cs typeface="Arial"/>
              </a:defRPr>
            </a:lvl3pPr>
            <a:lvl4pPr>
              <a:defRPr sz="900" b="0">
                <a:solidFill>
                  <a:srgbClr val="5B6758"/>
                </a:solidFill>
                <a:latin typeface="Arial"/>
                <a:ea typeface="Arial"/>
                <a:cs typeface="Arial"/>
              </a:defRPr>
            </a:lvl4pPr>
            <a:lvl5pPr>
              <a:defRPr sz="900" b="0">
                <a:solidFill>
                  <a:srgbClr val="5B6758"/>
                </a:solidFill>
                <a:latin typeface="Arial"/>
                <a:ea typeface="Arial"/>
                <a:cs typeface="Arial"/>
              </a:defRPr>
            </a:lvl5pPr>
            <a:lvl6pPr>
              <a:defRPr sz="900" b="0">
                <a:solidFill>
                  <a:srgbClr val="5B6758"/>
                </a:solidFill>
                <a:latin typeface="Arial"/>
                <a:ea typeface="Arial"/>
                <a:cs typeface="Arial"/>
              </a:defRPr>
            </a:lvl6pPr>
            <a:lvl7pPr>
              <a:defRPr sz="900" b="0">
                <a:solidFill>
                  <a:srgbClr val="5B6758"/>
                </a:solidFill>
                <a:latin typeface="Arial"/>
                <a:ea typeface="Arial"/>
                <a:cs typeface="Arial"/>
              </a:defRPr>
            </a:lvl7pPr>
            <a:lvl8pPr>
              <a:defRPr sz="900" b="0">
                <a:solidFill>
                  <a:srgbClr val="5B6758"/>
                </a:solidFill>
                <a:latin typeface="Arial"/>
                <a:ea typeface="Arial"/>
                <a:cs typeface="Arial"/>
              </a:defRPr>
            </a:lvl8pPr>
            <a:lvl9pPr>
              <a:defRPr sz="900" b="0">
                <a:solidFill>
                  <a:srgbClr val="5B6758"/>
                </a:solidFill>
                <a:latin typeface="Arial"/>
                <a:ea typeface="Arial"/>
                <a:cs typeface="Arial"/>
              </a:defRPr>
            </a:lvl9pPr>
          </a:lstStyle>
          <a:p xmlns:a="http://schemas.openxmlformats.org/drawingml/2006/main">
            <a:pPr>
              <a:defRPr sz="900" b="0">
                <a:solidFill>
                  <a:srgbClr val="5B6758"/>
                </a:solidFill>
                <a:latin typeface="Arial"/>
                <a:ea typeface="Arial"/>
                <a:cs typeface="Arial"/>
              </a:defRPr>
            </a:pPr>
            <a:r>
              <a:rPr sz="900" b="0">
                <a:solidFill>
                  <a:srgbClr val="5B6758"/>
                </a:solidFill>
                <a:latin typeface="Arial"/>
                <a:ea typeface="Arial"/>
                <a:cs typeface="Arial"/>
              </a:rPr>
              <a:t>04 / 13     2:00–2:55</a:t>
            </a:r>
          </a:p>
        </p:txBody>
      </p:sp>
      <p:sp>
        <p:nvSpPr>
          <p:cNvPr id="5" name="">
            <a:extLst xmlns:a="http://schemas.openxmlformats.org/drawingml/2006/main">
              <a:ext uri="{FF2B5EF4-FFF2-40B4-BE49-F238E27FC236}">
                <a16:creationId xmlns:a16="http://schemas.microsoft.com/office/drawing/2014/main" id="{6BA68EA2-1257-4BBB-8A40-FBF21AE51D9D}"/>
              </a:ext>
            </a:extLst>
          </p:cNvPr>
          <p:cNvSpPr>
            <a:spLocks xmlns:a="http://schemas.openxmlformats.org/drawingml/2006/main" noGrp="1"/>
          </p:cNvSpPr>
          <p:nvPr/>
        </p:nvSpPr>
        <p:spPr>
          <a:xfrm xmlns:a="http://schemas.openxmlformats.org/drawingml/2006/main">
            <a:off x="533400" y="1485900"/>
            <a:ext cx="6905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284E3C"/>
                </a:solidFill>
                <a:latin typeface="Arial"/>
                <a:ea typeface="Arial"/>
                <a:cs typeface="Arial"/>
              </a:defRPr>
            </a:defPPr>
            <a:lvl1pPr>
              <a:defRPr sz="2100" b="1">
                <a:solidFill>
                  <a:srgbClr val="284E3C"/>
                </a:solidFill>
                <a:latin typeface="Arial"/>
                <a:ea typeface="Arial"/>
                <a:cs typeface="Arial"/>
              </a:defRPr>
            </a:lvl1pPr>
            <a:lvl2pPr>
              <a:defRPr sz="2100" b="1">
                <a:solidFill>
                  <a:srgbClr val="284E3C"/>
                </a:solidFill>
                <a:latin typeface="Arial"/>
                <a:ea typeface="Arial"/>
                <a:cs typeface="Arial"/>
              </a:defRPr>
            </a:lvl2pPr>
            <a:lvl3pPr>
              <a:defRPr sz="2100" b="1">
                <a:solidFill>
                  <a:srgbClr val="284E3C"/>
                </a:solidFill>
                <a:latin typeface="Arial"/>
                <a:ea typeface="Arial"/>
                <a:cs typeface="Arial"/>
              </a:defRPr>
            </a:lvl3pPr>
            <a:lvl4pPr>
              <a:defRPr sz="2100" b="1">
                <a:solidFill>
                  <a:srgbClr val="284E3C"/>
                </a:solidFill>
                <a:latin typeface="Arial"/>
                <a:ea typeface="Arial"/>
                <a:cs typeface="Arial"/>
              </a:defRPr>
            </a:lvl4pPr>
            <a:lvl5pPr>
              <a:defRPr sz="2100" b="1">
                <a:solidFill>
                  <a:srgbClr val="284E3C"/>
                </a:solidFill>
                <a:latin typeface="Arial"/>
                <a:ea typeface="Arial"/>
                <a:cs typeface="Arial"/>
              </a:defRPr>
            </a:lvl5pPr>
            <a:lvl6pPr>
              <a:defRPr sz="2100" b="1">
                <a:solidFill>
                  <a:srgbClr val="284E3C"/>
                </a:solidFill>
                <a:latin typeface="Arial"/>
                <a:ea typeface="Arial"/>
                <a:cs typeface="Arial"/>
              </a:defRPr>
            </a:lvl6pPr>
            <a:lvl7pPr>
              <a:defRPr sz="2100" b="1">
                <a:solidFill>
                  <a:srgbClr val="284E3C"/>
                </a:solidFill>
                <a:latin typeface="Arial"/>
                <a:ea typeface="Arial"/>
                <a:cs typeface="Arial"/>
              </a:defRPr>
            </a:lvl7pPr>
            <a:lvl8pPr>
              <a:defRPr sz="2100" b="1">
                <a:solidFill>
                  <a:srgbClr val="284E3C"/>
                </a:solidFill>
                <a:latin typeface="Arial"/>
                <a:ea typeface="Arial"/>
                <a:cs typeface="Arial"/>
              </a:defRPr>
            </a:lvl8pPr>
            <a:lvl9pPr>
              <a:defRPr sz="2100" b="1">
                <a:solidFill>
                  <a:srgbClr val="284E3C"/>
                </a:solidFill>
                <a:latin typeface="Arial"/>
                <a:ea typeface="Arial"/>
                <a:cs typeface="Arial"/>
              </a:defRPr>
            </a:lvl9pPr>
          </a:lstStyle>
          <a:p xmlns:a="http://schemas.openxmlformats.org/drawingml/2006/main">
            <a:pPr>
              <a:defRPr sz="2100" b="1">
                <a:solidFill>
                  <a:srgbClr val="284E3C"/>
                </a:solidFill>
                <a:latin typeface="Arial"/>
                <a:ea typeface="Arial"/>
                <a:cs typeface="Arial"/>
              </a:defRPr>
            </a:pPr>
            <a:r>
              <a:rPr sz="2100" b="1">
                <a:solidFill>
                  <a:srgbClr val="284E3C"/>
                </a:solidFill>
                <a:latin typeface="Arial"/>
                <a:ea typeface="Arial"/>
                <a:cs typeface="Arial"/>
              </a:rPr>
              <a:t>Plant Protection Collection</a:t>
            </a:r>
          </a:p>
        </p:txBody>
      </p:sp>
      <p:sp>
        <p:nvSpPr>
          <p:cNvPr id="6" name="">
            <a:extLst xmlns:a="http://schemas.openxmlformats.org/drawingml/2006/main">
              <a:ext uri="{FF2B5EF4-FFF2-40B4-BE49-F238E27FC236}">
                <a16:creationId xmlns:a16="http://schemas.microsoft.com/office/drawing/2014/main" id="{F6BDBE74-88C3-4EEE-8B4F-36F142E397B3}"/>
              </a:ext>
            </a:extLst>
          </p:cNvPr>
          <p:cNvSpPr>
            <a:spLocks xmlns:a="http://schemas.openxmlformats.org/drawingml/2006/main" noGrp="1"/>
          </p:cNvSpPr>
          <p:nvPr/>
        </p:nvSpPr>
        <p:spPr>
          <a:xfrm xmlns:a="http://schemas.openxmlformats.org/drawingml/2006/main">
            <a:off x="533400" y="2219325"/>
            <a:ext cx="723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284E3C"/>
                </a:solidFill>
                <a:latin typeface="Arial"/>
                <a:ea typeface="Arial"/>
                <a:cs typeface="Arial"/>
              </a:defRPr>
            </a:defPPr>
            <a:lvl1pPr>
              <a:defRPr sz="3150" b="1">
                <a:solidFill>
                  <a:srgbClr val="284E3C"/>
                </a:solidFill>
                <a:latin typeface="Arial"/>
                <a:ea typeface="Arial"/>
                <a:cs typeface="Arial"/>
              </a:defRPr>
            </a:lvl1pPr>
            <a:lvl2pPr>
              <a:defRPr sz="3150" b="1">
                <a:solidFill>
                  <a:srgbClr val="284E3C"/>
                </a:solidFill>
                <a:latin typeface="Arial"/>
                <a:ea typeface="Arial"/>
                <a:cs typeface="Arial"/>
              </a:defRPr>
            </a:lvl2pPr>
            <a:lvl3pPr>
              <a:defRPr sz="3150" b="1">
                <a:solidFill>
                  <a:srgbClr val="284E3C"/>
                </a:solidFill>
                <a:latin typeface="Arial"/>
                <a:ea typeface="Arial"/>
                <a:cs typeface="Arial"/>
              </a:defRPr>
            </a:lvl3pPr>
            <a:lvl4pPr>
              <a:defRPr sz="3150" b="1">
                <a:solidFill>
                  <a:srgbClr val="284E3C"/>
                </a:solidFill>
                <a:latin typeface="Arial"/>
                <a:ea typeface="Arial"/>
                <a:cs typeface="Arial"/>
              </a:defRPr>
            </a:lvl4pPr>
            <a:lvl5pPr>
              <a:defRPr sz="3150" b="1">
                <a:solidFill>
                  <a:srgbClr val="284E3C"/>
                </a:solidFill>
                <a:latin typeface="Arial"/>
                <a:ea typeface="Arial"/>
                <a:cs typeface="Arial"/>
              </a:defRPr>
            </a:lvl5pPr>
            <a:lvl6pPr>
              <a:defRPr sz="3150" b="1">
                <a:solidFill>
                  <a:srgbClr val="284E3C"/>
                </a:solidFill>
                <a:latin typeface="Arial"/>
                <a:ea typeface="Arial"/>
                <a:cs typeface="Arial"/>
              </a:defRPr>
            </a:lvl6pPr>
            <a:lvl7pPr>
              <a:defRPr sz="3150" b="1">
                <a:solidFill>
                  <a:srgbClr val="284E3C"/>
                </a:solidFill>
                <a:latin typeface="Arial"/>
                <a:ea typeface="Arial"/>
                <a:cs typeface="Arial"/>
              </a:defRPr>
            </a:lvl7pPr>
            <a:lvl8pPr>
              <a:defRPr sz="3150" b="1">
                <a:solidFill>
                  <a:srgbClr val="284E3C"/>
                </a:solidFill>
                <a:latin typeface="Arial"/>
                <a:ea typeface="Arial"/>
                <a:cs typeface="Arial"/>
              </a:defRPr>
            </a:lvl8pPr>
            <a:lvl9pPr>
              <a:defRPr sz="3150" b="1">
                <a:solidFill>
                  <a:srgbClr val="284E3C"/>
                </a:solidFill>
                <a:latin typeface="Arial"/>
                <a:ea typeface="Arial"/>
                <a:cs typeface="Arial"/>
              </a:defRPr>
            </a:lvl9pPr>
          </a:lstStyle>
          <a:p xmlns:a="http://schemas.openxmlformats.org/drawingml/2006/main">
            <a:pPr>
              <a:defRPr sz="3150" b="1">
                <a:solidFill>
                  <a:srgbClr val="284E3C"/>
                </a:solidFill>
                <a:latin typeface="Arial"/>
                <a:ea typeface="Arial"/>
                <a:cs typeface="Arial"/>
              </a:defRPr>
            </a:pPr>
            <a:r>
              <a:rPr sz="3150" b="1">
                <a:solidFill>
                  <a:srgbClr val="284E3C"/>
                </a:solidFill>
                <a:latin typeface="Arial"/>
                <a:ea typeface="Arial"/>
                <a:cs typeface="Arial"/>
              </a:rPr>
              <a:t>18.00 × 0.87 = 15.66 JOD</a:t>
            </a:r>
          </a:p>
        </p:txBody>
      </p:sp>
      <p:sp>
        <p:nvSpPr>
          <p:cNvPr id="7" name="">
            <a:extLst xmlns:a="http://schemas.openxmlformats.org/drawingml/2006/main">
              <a:ext uri="{FF2B5EF4-FFF2-40B4-BE49-F238E27FC236}">
                <a16:creationId xmlns:a16="http://schemas.microsoft.com/office/drawing/2014/main" id="{AF33411C-E9B6-4C49-9C7B-BDE8BAE53103}"/>
              </a:ext>
            </a:extLst>
          </p:cNvPr>
          <p:cNvSpPr>
            <a:spLocks xmlns:a="http://schemas.openxmlformats.org/drawingml/2006/main" noGrp="1"/>
          </p:cNvSpPr>
          <p:nvPr/>
        </p:nvSpPr>
        <p:spPr>
          <a:xfrm xmlns:a="http://schemas.openxmlformats.org/drawingml/2006/main">
            <a:off x="533400" y="3009900"/>
            <a:ext cx="7239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B6758"/>
                </a:solidFill>
                <a:latin typeface="Arial"/>
                <a:ea typeface="Arial"/>
                <a:cs typeface="Arial"/>
              </a:defRPr>
            </a:defPPr>
            <a:lvl1pPr>
              <a:defRPr sz="1575" b="0">
                <a:solidFill>
                  <a:srgbClr val="5B6758"/>
                </a:solidFill>
                <a:latin typeface="Arial"/>
                <a:ea typeface="Arial"/>
                <a:cs typeface="Arial"/>
              </a:defRPr>
            </a:lvl1pPr>
            <a:lvl2pPr>
              <a:defRPr sz="1575" b="0">
                <a:solidFill>
                  <a:srgbClr val="5B6758"/>
                </a:solidFill>
                <a:latin typeface="Arial"/>
                <a:ea typeface="Arial"/>
                <a:cs typeface="Arial"/>
              </a:defRPr>
            </a:lvl2pPr>
            <a:lvl3pPr>
              <a:defRPr sz="1575" b="0">
                <a:solidFill>
                  <a:srgbClr val="5B6758"/>
                </a:solidFill>
                <a:latin typeface="Arial"/>
                <a:ea typeface="Arial"/>
                <a:cs typeface="Arial"/>
              </a:defRPr>
            </a:lvl3pPr>
            <a:lvl4pPr>
              <a:defRPr sz="1575" b="0">
                <a:solidFill>
                  <a:srgbClr val="5B6758"/>
                </a:solidFill>
                <a:latin typeface="Arial"/>
                <a:ea typeface="Arial"/>
                <a:cs typeface="Arial"/>
              </a:defRPr>
            </a:lvl4pPr>
            <a:lvl5pPr>
              <a:defRPr sz="1575" b="0">
                <a:solidFill>
                  <a:srgbClr val="5B6758"/>
                </a:solidFill>
                <a:latin typeface="Arial"/>
                <a:ea typeface="Arial"/>
                <a:cs typeface="Arial"/>
              </a:defRPr>
            </a:lvl5pPr>
            <a:lvl6pPr>
              <a:defRPr sz="1575" b="0">
                <a:solidFill>
                  <a:srgbClr val="5B6758"/>
                </a:solidFill>
                <a:latin typeface="Arial"/>
                <a:ea typeface="Arial"/>
                <a:cs typeface="Arial"/>
              </a:defRPr>
            </a:lvl6pPr>
            <a:lvl7pPr>
              <a:defRPr sz="1575" b="0">
                <a:solidFill>
                  <a:srgbClr val="5B6758"/>
                </a:solidFill>
                <a:latin typeface="Arial"/>
                <a:ea typeface="Arial"/>
                <a:cs typeface="Arial"/>
              </a:defRPr>
            </a:lvl7pPr>
            <a:lvl8pPr>
              <a:defRPr sz="1575" b="0">
                <a:solidFill>
                  <a:srgbClr val="5B6758"/>
                </a:solidFill>
                <a:latin typeface="Arial"/>
                <a:ea typeface="Arial"/>
                <a:cs typeface="Arial"/>
              </a:defRPr>
            </a:lvl8pPr>
            <a:lvl9pPr>
              <a:defRPr sz="1575" b="0">
                <a:solidFill>
                  <a:srgbClr val="5B6758"/>
                </a:solidFill>
                <a:latin typeface="Arial"/>
                <a:ea typeface="Arial"/>
                <a:cs typeface="Arial"/>
              </a:defRPr>
            </a:lvl9pPr>
          </a:lstStyle>
          <a:p xmlns:a="http://schemas.openxmlformats.org/drawingml/2006/main">
            <a:pPr>
              <a:defRPr sz="1575" b="0">
                <a:solidFill>
                  <a:srgbClr val="5B6758"/>
                </a:solidFill>
                <a:latin typeface="Arial"/>
                <a:ea typeface="Arial"/>
                <a:cs typeface="Arial"/>
              </a:defRPr>
            </a:pPr>
            <a:r>
              <a:rPr sz="1575" b="0">
                <a:solidFill>
                  <a:srgbClr val="5B6758"/>
                </a:solidFill>
                <a:latin typeface="Arial"/>
                <a:ea typeface="Arial"/>
                <a:cs typeface="Arial"/>
              </a:rPr>
              <a:t>Individual total × (1 − discount rate)</a:t>
            </a:r>
          </a:p>
        </p:txBody>
      </p:sp>
      <p:sp>
        <p:nvSpPr>
          <p:cNvPr id="8" name="">
            <a:extLst xmlns:a="http://schemas.openxmlformats.org/drawingml/2006/main">
              <a:ext uri="{FF2B5EF4-FFF2-40B4-BE49-F238E27FC236}">
                <a16:creationId xmlns:a16="http://schemas.microsoft.com/office/drawing/2014/main" id="{7FD6D7C6-E2E8-436A-B016-703702F62369}"/>
              </a:ext>
            </a:extLst>
          </p:cNvPr>
          <p:cNvSpPr>
            <a:spLocks xmlns:a="http://schemas.openxmlformats.org/drawingml/2006/main" noGrp="1"/>
          </p:cNvSpPr>
          <p:nvPr/>
        </p:nvSpPr>
        <p:spPr>
          <a:xfrm xmlns:a="http://schemas.openxmlformats.org/drawingml/2006/main">
            <a:off x="533400" y="3905250"/>
            <a:ext cx="695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84E3C"/>
                </a:solidFill>
                <a:latin typeface="Arial"/>
                <a:ea typeface="Arial"/>
                <a:cs typeface="Arial"/>
              </a:defRPr>
            </a:defPPr>
            <a:lvl1pPr>
              <a:defRPr sz="1800" b="1">
                <a:solidFill>
                  <a:srgbClr val="284E3C"/>
                </a:solidFill>
                <a:latin typeface="Arial"/>
                <a:ea typeface="Arial"/>
                <a:cs typeface="Arial"/>
              </a:defRPr>
            </a:lvl1pPr>
            <a:lvl2pPr>
              <a:defRPr sz="1800" b="1">
                <a:solidFill>
                  <a:srgbClr val="284E3C"/>
                </a:solidFill>
                <a:latin typeface="Arial"/>
                <a:ea typeface="Arial"/>
                <a:cs typeface="Arial"/>
              </a:defRPr>
            </a:lvl2pPr>
            <a:lvl3pPr>
              <a:defRPr sz="1800" b="1">
                <a:solidFill>
                  <a:srgbClr val="284E3C"/>
                </a:solidFill>
                <a:latin typeface="Arial"/>
                <a:ea typeface="Arial"/>
                <a:cs typeface="Arial"/>
              </a:defRPr>
            </a:lvl3pPr>
            <a:lvl4pPr>
              <a:defRPr sz="1800" b="1">
                <a:solidFill>
                  <a:srgbClr val="284E3C"/>
                </a:solidFill>
                <a:latin typeface="Arial"/>
                <a:ea typeface="Arial"/>
                <a:cs typeface="Arial"/>
              </a:defRPr>
            </a:lvl4pPr>
            <a:lvl5pPr>
              <a:defRPr sz="1800" b="1">
                <a:solidFill>
                  <a:srgbClr val="284E3C"/>
                </a:solidFill>
                <a:latin typeface="Arial"/>
                <a:ea typeface="Arial"/>
                <a:cs typeface="Arial"/>
              </a:defRPr>
            </a:lvl5pPr>
            <a:lvl6pPr>
              <a:defRPr sz="1800" b="1">
                <a:solidFill>
                  <a:srgbClr val="284E3C"/>
                </a:solidFill>
                <a:latin typeface="Arial"/>
                <a:ea typeface="Arial"/>
                <a:cs typeface="Arial"/>
              </a:defRPr>
            </a:lvl6pPr>
            <a:lvl7pPr>
              <a:defRPr sz="1800" b="1">
                <a:solidFill>
                  <a:srgbClr val="284E3C"/>
                </a:solidFill>
                <a:latin typeface="Arial"/>
                <a:ea typeface="Arial"/>
                <a:cs typeface="Arial"/>
              </a:defRPr>
            </a:lvl7pPr>
            <a:lvl8pPr>
              <a:defRPr sz="1800" b="1">
                <a:solidFill>
                  <a:srgbClr val="284E3C"/>
                </a:solidFill>
                <a:latin typeface="Arial"/>
                <a:ea typeface="Arial"/>
                <a:cs typeface="Arial"/>
              </a:defRPr>
            </a:lvl8pPr>
            <a:lvl9pPr>
              <a:defRPr sz="1800" b="1">
                <a:solidFill>
                  <a:srgbClr val="284E3C"/>
                </a:solidFill>
                <a:latin typeface="Arial"/>
                <a:ea typeface="Arial"/>
                <a:cs typeface="Arial"/>
              </a:defRPr>
            </a:lvl9pPr>
          </a:lstStyle>
          <a:p xmlns:a="http://schemas.openxmlformats.org/drawingml/2006/main">
            <a:pPr>
              <a:defRPr sz="1800" b="1">
                <a:solidFill>
                  <a:srgbClr val="284E3C"/>
                </a:solidFill>
                <a:latin typeface="Arial"/>
                <a:ea typeface="Arial"/>
                <a:cs typeface="Arial"/>
              </a:defRPr>
            </a:pPr>
            <a:r>
              <a:rPr sz="1800" b="1">
                <a:solidFill>
                  <a:srgbClr val="284E3C"/>
                </a:solidFill>
                <a:latin typeface="Arial"/>
                <a:ea typeface="Arial"/>
                <a:cs typeface="Arial"/>
              </a:rPr>
              <a:t>Availability follows the limiting component</a:t>
            </a:r>
          </a:p>
        </p:txBody>
      </p:sp>
      <p:sp>
        <p:nvSpPr>
          <p:cNvPr id="9" name="">
            <a:extLst xmlns:a="http://schemas.openxmlformats.org/drawingml/2006/main">
              <a:ext uri="{FF2B5EF4-FFF2-40B4-BE49-F238E27FC236}">
                <a16:creationId xmlns:a16="http://schemas.microsoft.com/office/drawing/2014/main" id="{15035FD0-A237-48B5-8296-83F51DC78478}"/>
              </a:ext>
            </a:extLst>
          </p:cNvPr>
          <p:cNvSpPr>
            <a:spLocks xmlns:a="http://schemas.openxmlformats.org/drawingml/2006/main" noGrp="1"/>
          </p:cNvSpPr>
          <p:nvPr/>
        </p:nvSpPr>
        <p:spPr>
          <a:xfrm xmlns:a="http://schemas.openxmlformats.org/drawingml/2006/main">
            <a:off x="533400" y="4314825"/>
            <a:ext cx="695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B6758"/>
                </a:solidFill>
                <a:latin typeface="Arial"/>
                <a:ea typeface="Arial"/>
                <a:cs typeface="Arial"/>
              </a:defRPr>
            </a:defPPr>
            <a:lvl1pPr>
              <a:defRPr sz="1425" b="0">
                <a:solidFill>
                  <a:srgbClr val="5B6758"/>
                </a:solidFill>
                <a:latin typeface="Arial"/>
                <a:ea typeface="Arial"/>
                <a:cs typeface="Arial"/>
              </a:defRPr>
            </a:lvl1pPr>
            <a:lvl2pPr>
              <a:defRPr sz="1425" b="0">
                <a:solidFill>
                  <a:srgbClr val="5B6758"/>
                </a:solidFill>
                <a:latin typeface="Arial"/>
                <a:ea typeface="Arial"/>
                <a:cs typeface="Arial"/>
              </a:defRPr>
            </a:lvl2pPr>
            <a:lvl3pPr>
              <a:defRPr sz="1425" b="0">
                <a:solidFill>
                  <a:srgbClr val="5B6758"/>
                </a:solidFill>
                <a:latin typeface="Arial"/>
                <a:ea typeface="Arial"/>
                <a:cs typeface="Arial"/>
              </a:defRPr>
            </a:lvl3pPr>
            <a:lvl4pPr>
              <a:defRPr sz="1425" b="0">
                <a:solidFill>
                  <a:srgbClr val="5B6758"/>
                </a:solidFill>
                <a:latin typeface="Arial"/>
                <a:ea typeface="Arial"/>
                <a:cs typeface="Arial"/>
              </a:defRPr>
            </a:lvl4pPr>
            <a:lvl5pPr>
              <a:defRPr sz="1425" b="0">
                <a:solidFill>
                  <a:srgbClr val="5B6758"/>
                </a:solidFill>
                <a:latin typeface="Arial"/>
                <a:ea typeface="Arial"/>
                <a:cs typeface="Arial"/>
              </a:defRPr>
            </a:lvl5pPr>
            <a:lvl6pPr>
              <a:defRPr sz="1425" b="0">
                <a:solidFill>
                  <a:srgbClr val="5B6758"/>
                </a:solidFill>
                <a:latin typeface="Arial"/>
                <a:ea typeface="Arial"/>
                <a:cs typeface="Arial"/>
              </a:defRPr>
            </a:lvl6pPr>
            <a:lvl7pPr>
              <a:defRPr sz="1425" b="0">
                <a:solidFill>
                  <a:srgbClr val="5B6758"/>
                </a:solidFill>
                <a:latin typeface="Arial"/>
                <a:ea typeface="Arial"/>
                <a:cs typeface="Arial"/>
              </a:defRPr>
            </a:lvl7pPr>
            <a:lvl8pPr>
              <a:defRPr sz="1425" b="0">
                <a:solidFill>
                  <a:srgbClr val="5B6758"/>
                </a:solidFill>
                <a:latin typeface="Arial"/>
                <a:ea typeface="Arial"/>
                <a:cs typeface="Arial"/>
              </a:defRPr>
            </a:lvl8pPr>
            <a:lvl9pPr>
              <a:defRPr sz="1425" b="0">
                <a:solidFill>
                  <a:srgbClr val="5B6758"/>
                </a:solidFill>
                <a:latin typeface="Arial"/>
                <a:ea typeface="Arial"/>
                <a:cs typeface="Arial"/>
              </a:defRPr>
            </a:lvl9pPr>
          </a:lstStyle>
          <a:p xmlns:a="http://schemas.openxmlformats.org/drawingml/2006/main">
            <a:pPr>
              <a:defRPr sz="1425" b="0">
                <a:solidFill>
                  <a:srgbClr val="5B6758"/>
                </a:solidFill>
                <a:latin typeface="Arial"/>
                <a:ea typeface="Arial"/>
                <a:cs typeface="Arial"/>
              </a:defRPr>
            </a:pPr>
            <a:r>
              <a:rPr sz="1425" b="0">
                <a:solidFill>
                  <a:srgbClr val="5B6758"/>
                </a:solidFill>
                <a:latin typeface="Arial"/>
                <a:ea typeface="Arial"/>
                <a:cs typeface="Arial"/>
              </a:rPr>
              <a:t>Available packages = min floor(component stock ÷ required quantity)</a:t>
            </a:r>
          </a:p>
        </p:txBody>
      </p:sp>
      <p:sp>
        <p:nvSpPr>
          <p:cNvPr id="10" name="">
            <a:extLst xmlns:a="http://schemas.openxmlformats.org/drawingml/2006/main">
              <a:ext uri="{FF2B5EF4-FFF2-40B4-BE49-F238E27FC236}">
                <a16:creationId xmlns:a16="http://schemas.microsoft.com/office/drawing/2014/main" id="{6D32BEBC-7C1A-45DE-941E-326926007BBD}"/>
              </a:ext>
            </a:extLst>
          </p:cNvPr>
          <p:cNvSpPr>
            <a:spLocks xmlns:a="http://schemas.openxmlformats.org/drawingml/2006/main" noGrp="1"/>
          </p:cNvSpPr>
          <p:nvPr/>
        </p:nvSpPr>
        <p:spPr>
          <a:xfrm xmlns:a="http://schemas.openxmlformats.org/drawingml/2006/main">
            <a:off x="533400" y="5381625"/>
            <a:ext cx="695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84E3C"/>
                </a:solidFill>
                <a:latin typeface="Arial"/>
                <a:ea typeface="Arial"/>
                <a:cs typeface="Arial"/>
              </a:defRPr>
            </a:defPPr>
            <a:lvl1pPr>
              <a:defRPr sz="1725" b="1">
                <a:solidFill>
                  <a:srgbClr val="284E3C"/>
                </a:solidFill>
                <a:latin typeface="Arial"/>
                <a:ea typeface="Arial"/>
                <a:cs typeface="Arial"/>
              </a:defRPr>
            </a:lvl1pPr>
            <a:lvl2pPr>
              <a:defRPr sz="1725" b="1">
                <a:solidFill>
                  <a:srgbClr val="284E3C"/>
                </a:solidFill>
                <a:latin typeface="Arial"/>
                <a:ea typeface="Arial"/>
                <a:cs typeface="Arial"/>
              </a:defRPr>
            </a:lvl2pPr>
            <a:lvl3pPr>
              <a:defRPr sz="1725" b="1">
                <a:solidFill>
                  <a:srgbClr val="284E3C"/>
                </a:solidFill>
                <a:latin typeface="Arial"/>
                <a:ea typeface="Arial"/>
                <a:cs typeface="Arial"/>
              </a:defRPr>
            </a:lvl3pPr>
            <a:lvl4pPr>
              <a:defRPr sz="1725" b="1">
                <a:solidFill>
                  <a:srgbClr val="284E3C"/>
                </a:solidFill>
                <a:latin typeface="Arial"/>
                <a:ea typeface="Arial"/>
                <a:cs typeface="Arial"/>
              </a:defRPr>
            </a:lvl4pPr>
            <a:lvl5pPr>
              <a:defRPr sz="1725" b="1">
                <a:solidFill>
                  <a:srgbClr val="284E3C"/>
                </a:solidFill>
                <a:latin typeface="Arial"/>
                <a:ea typeface="Arial"/>
                <a:cs typeface="Arial"/>
              </a:defRPr>
            </a:lvl5pPr>
            <a:lvl6pPr>
              <a:defRPr sz="1725" b="1">
                <a:solidFill>
                  <a:srgbClr val="284E3C"/>
                </a:solidFill>
                <a:latin typeface="Arial"/>
                <a:ea typeface="Arial"/>
                <a:cs typeface="Arial"/>
              </a:defRPr>
            </a:lvl6pPr>
            <a:lvl7pPr>
              <a:defRPr sz="1725" b="1">
                <a:solidFill>
                  <a:srgbClr val="284E3C"/>
                </a:solidFill>
                <a:latin typeface="Arial"/>
                <a:ea typeface="Arial"/>
                <a:cs typeface="Arial"/>
              </a:defRPr>
            </a:lvl7pPr>
            <a:lvl8pPr>
              <a:defRPr sz="1725" b="1">
                <a:solidFill>
                  <a:srgbClr val="284E3C"/>
                </a:solidFill>
                <a:latin typeface="Arial"/>
                <a:ea typeface="Arial"/>
                <a:cs typeface="Arial"/>
              </a:defRPr>
            </a:lvl8pPr>
            <a:lvl9pPr>
              <a:defRPr sz="1725" b="1">
                <a:solidFill>
                  <a:srgbClr val="284E3C"/>
                </a:solidFill>
                <a:latin typeface="Arial"/>
                <a:ea typeface="Arial"/>
                <a:cs typeface="Arial"/>
              </a:defRPr>
            </a:lvl9pPr>
          </a:lstStyle>
          <a:p xmlns:a="http://schemas.openxmlformats.org/drawingml/2006/main">
            <a:pPr>
              <a:defRPr sz="1725" b="1">
                <a:solidFill>
                  <a:srgbClr val="284E3C"/>
                </a:solidFill>
                <a:latin typeface="Arial"/>
                <a:ea typeface="Arial"/>
                <a:cs typeface="Arial"/>
              </a:defRPr>
            </a:pPr>
            <a:r>
              <a:rPr sz="1725" b="1">
                <a:solidFill>
                  <a:srgbClr val="284E3C"/>
                </a:solidFill>
                <a:latin typeface="Arial"/>
                <a:ea typeface="Arial"/>
                <a:cs typeface="Arial"/>
              </a:rPr>
              <a:t>Defining a package does not reduce stock</a:t>
            </a:r>
          </a:p>
        </p:txBody>
      </p:sp>
      <p:sp>
        <p:nvSpPr>
          <p:cNvPr id="11" name="">
            <a:extLst xmlns:a="http://schemas.openxmlformats.org/drawingml/2006/main">
              <a:ext uri="{FF2B5EF4-FFF2-40B4-BE49-F238E27FC236}">
                <a16:creationId xmlns:a16="http://schemas.microsoft.com/office/drawing/2014/main" id="{7D99F797-9EAA-4F3C-AFAF-D2BA56E80AA6}"/>
              </a:ext>
            </a:extLst>
          </p:cNvPr>
          <p:cNvSpPr>
            <a:spLocks xmlns:a="http://schemas.openxmlformats.org/drawingml/2006/main" noGrp="1"/>
          </p:cNvSpPr>
          <p:nvPr/>
        </p:nvSpPr>
        <p:spPr>
          <a:xfrm xmlns:a="http://schemas.openxmlformats.org/drawingml/2006/main">
            <a:off x="8248650" y="1447800"/>
            <a:ext cx="3171825" cy="4476750"/>
          </a:xfrm>
          <a:prstGeom xmlns:a="http://schemas.openxmlformats.org/drawingml/2006/main" prst="roundRect">
            <a:avLst>
              <a:gd name="adj" fmla="val 2402"/>
            </a:avLst>
          </a:prstGeom>
          <a:solidFill xmlns:a="http://schemas.openxmlformats.org/drawingml/2006/main">
            <a:srgbClr val="FFFFFF"/>
          </a:solidFill>
          <a:ln xmlns:a="http://schemas.openxmlformats.org/drawingml/2006/main" w="9525">
            <a:solidFill>
              <a:srgbClr val="BBC8B3"/>
            </a:solidFill>
          </a:ln>
        </p:spPr>
      </p:sp>
      <p:pic>
        <p:nvPicPr>
          <p:cNvPr id="12" name="">
            <a:extLst xmlns:a="http://schemas.openxmlformats.org/drawingml/2006/main">
              <a:ext uri="{FF2B5EF4-FFF2-40B4-BE49-F238E27FC236}">
                <a16:creationId xmlns:a16="http://schemas.microsoft.com/office/drawing/2014/main" id="{C4377764-2E35-433F-AEE8-7A88631C33D2}"/>
              </a:ext>
            </a:extLst>
          </p:cNvPr>
          <p:cNvPicPr>
            <a:picLocks xmlns:a="http://schemas.openxmlformats.org/drawingml/2006/main" noChangeAspect="1"/>
          </p:cNvPicPr>
          <p:nvPr/>
        </p:nvPicPr>
        <p:blipFill>
          <a:blip xmlns:r="http://schemas.openxmlformats.org/officeDocument/2006/relationships" xmlns:a="http://schemas.openxmlformats.org/drawingml/2006/main" r:embed="R0dc64349da9544e9"/>
          <a:stretch xmlns:a="http://schemas.openxmlformats.org/drawingml/2006/main"/>
        </p:blipFill>
        <p:spPr>
          <a:xfrm xmlns:a="http://schemas.openxmlformats.org/drawingml/2006/main">
            <a:off x="8614964" y="1552575"/>
            <a:ext cx="2439197" cy="4276725"/>
          </a:xfrm>
          <a:prstGeom xmlns:a="http://schemas.openxmlformats.org/drawingml/2006/main" prst="rect">
            <a:avLst/>
          </a:prstGeom>
        </p:spPr>
      </p:pic>
    </p:spTree>
    <p:extLst>
      <p:ext uri="{BB962C8B-B14F-4D97-AF65-F5344CB8AC3E}">
        <p14:creationId xmlns:p14="http://schemas.microsoft.com/office/powerpoint/2010/main" val="465356781"/>
      </p:ext>
    </p:extLst>
  </p:cSld>
</p:sld>
</file>

<file path=ppt/slides/slide5.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081D626-47B2-4D38-86CC-3D20942A1039}"/>
              </a:ext>
            </a:extLst>
          </p:cNvPr>
          <p:cNvSpPr>
            <a:spLocks xmlns:a="http://schemas.openxmlformats.org/drawingml/2006/main" noGrp="1"/>
          </p:cNvSpPr>
          <p:nvPr/>
        </p:nvSpPr>
        <p:spPr>
          <a:xfrm xmlns:a="http://schemas.openxmlformats.org/drawingml/2006/main">
            <a:off x="533400" y="400050"/>
            <a:ext cx="111252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284E3C"/>
                </a:solidFill>
                <a:latin typeface="Arial"/>
                <a:ea typeface="Arial"/>
                <a:cs typeface="Arial"/>
              </a:defRPr>
            </a:defPPr>
            <a:lvl1pPr>
              <a:defRPr sz="2850" b="1">
                <a:solidFill>
                  <a:srgbClr val="284E3C"/>
                </a:solidFill>
                <a:latin typeface="Arial"/>
                <a:ea typeface="Arial"/>
                <a:cs typeface="Arial"/>
              </a:defRPr>
            </a:lvl1pPr>
            <a:lvl2pPr>
              <a:defRPr sz="2850" b="1">
                <a:solidFill>
                  <a:srgbClr val="284E3C"/>
                </a:solidFill>
                <a:latin typeface="Arial"/>
                <a:ea typeface="Arial"/>
                <a:cs typeface="Arial"/>
              </a:defRPr>
            </a:lvl2pPr>
            <a:lvl3pPr>
              <a:defRPr sz="2850" b="1">
                <a:solidFill>
                  <a:srgbClr val="284E3C"/>
                </a:solidFill>
                <a:latin typeface="Arial"/>
                <a:ea typeface="Arial"/>
                <a:cs typeface="Arial"/>
              </a:defRPr>
            </a:lvl3pPr>
            <a:lvl4pPr>
              <a:defRPr sz="2850" b="1">
                <a:solidFill>
                  <a:srgbClr val="284E3C"/>
                </a:solidFill>
                <a:latin typeface="Arial"/>
                <a:ea typeface="Arial"/>
                <a:cs typeface="Arial"/>
              </a:defRPr>
            </a:lvl4pPr>
            <a:lvl5pPr>
              <a:defRPr sz="2850" b="1">
                <a:solidFill>
                  <a:srgbClr val="284E3C"/>
                </a:solidFill>
                <a:latin typeface="Arial"/>
                <a:ea typeface="Arial"/>
                <a:cs typeface="Arial"/>
              </a:defRPr>
            </a:lvl5pPr>
            <a:lvl6pPr>
              <a:defRPr sz="2850" b="1">
                <a:solidFill>
                  <a:srgbClr val="284E3C"/>
                </a:solidFill>
                <a:latin typeface="Arial"/>
                <a:ea typeface="Arial"/>
                <a:cs typeface="Arial"/>
              </a:defRPr>
            </a:lvl6pPr>
            <a:lvl7pPr>
              <a:defRPr sz="2850" b="1">
                <a:solidFill>
                  <a:srgbClr val="284E3C"/>
                </a:solidFill>
                <a:latin typeface="Arial"/>
                <a:ea typeface="Arial"/>
                <a:cs typeface="Arial"/>
              </a:defRPr>
            </a:lvl7pPr>
            <a:lvl8pPr>
              <a:defRPr sz="2850" b="1">
                <a:solidFill>
                  <a:srgbClr val="284E3C"/>
                </a:solidFill>
                <a:latin typeface="Arial"/>
                <a:ea typeface="Arial"/>
                <a:cs typeface="Arial"/>
              </a:defRPr>
            </a:lvl8pPr>
            <a:lvl9pPr>
              <a:defRPr sz="2850" b="1">
                <a:solidFill>
                  <a:srgbClr val="284E3C"/>
                </a:solidFill>
                <a:latin typeface="Arial"/>
                <a:ea typeface="Arial"/>
                <a:cs typeface="Arial"/>
              </a:defRPr>
            </a:lvl9pPr>
          </a:lstStyle>
          <a:p xmlns:a="http://schemas.openxmlformats.org/drawingml/2006/main">
            <a:pPr>
              <a:defRPr sz="2850" b="1">
                <a:solidFill>
                  <a:srgbClr val="284E3C"/>
                </a:solidFill>
                <a:latin typeface="Arial"/>
                <a:ea typeface="Arial"/>
                <a:cs typeface="Arial"/>
              </a:defRPr>
            </a:pPr>
            <a:r>
              <a:rPr sz="2850" b="1">
                <a:solidFill>
                  <a:srgbClr val="284E3C"/>
                </a:solidFill>
                <a:latin typeface="Arial"/>
                <a:ea typeface="Arial"/>
                <a:cs typeface="Arial"/>
              </a:rPr>
              <a:t>Customer accounts, orders and wishlist</a:t>
            </a:r>
          </a:p>
        </p:txBody>
      </p:sp>
      <p:sp>
        <p:nvSpPr>
          <p:cNvPr id="2" name="">
            <a:extLst xmlns:a="http://schemas.openxmlformats.org/drawingml/2006/main">
              <a:ext uri="{FF2B5EF4-FFF2-40B4-BE49-F238E27FC236}">
                <a16:creationId xmlns:a16="http://schemas.microsoft.com/office/drawing/2014/main" id="{BF18FA60-7677-4355-A180-9D56051B8F67}"/>
              </a:ext>
            </a:extLst>
          </p:cNvPr>
          <p:cNvSpPr>
            <a:spLocks xmlns:a="http://schemas.openxmlformats.org/drawingml/2006/main" noGrp="1"/>
          </p:cNvSpPr>
          <p:nvPr/>
        </p:nvSpPr>
        <p:spPr>
          <a:xfrm xmlns:a="http://schemas.openxmlformats.org/drawingml/2006/main">
            <a:off x="533400" y="6286500"/>
            <a:ext cx="11125200" cy="9525"/>
          </a:xfrm>
          <a:prstGeom xmlns:a="http://schemas.openxmlformats.org/drawingml/2006/main" prst="rect">
            <a:avLst/>
          </a:prstGeom>
          <a:solidFill xmlns:a="http://schemas.openxmlformats.org/drawingml/2006/main">
            <a:srgbClr val="BBC8B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C02E186-C554-4CF4-9FBA-DC20885FBF63}"/>
              </a:ext>
            </a:extLst>
          </p:cNvPr>
          <p:cNvSpPr>
            <a:spLocks xmlns:a="http://schemas.openxmlformats.org/drawingml/2006/main" noGrp="1"/>
          </p:cNvSpPr>
          <p:nvPr/>
        </p:nvSpPr>
        <p:spPr>
          <a:xfrm xmlns:a="http://schemas.openxmlformats.org/drawingml/2006/main">
            <a:off x="533400" y="6448425"/>
            <a:ext cx="323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1">
                <a:solidFill>
                  <a:srgbClr val="5B6758"/>
                </a:solidFill>
                <a:latin typeface="Arial"/>
                <a:ea typeface="Arial"/>
                <a:cs typeface="Arial"/>
              </a:defRPr>
            </a:defPPr>
            <a:lvl1pPr>
              <a:defRPr sz="900" b="1">
                <a:solidFill>
                  <a:srgbClr val="5B6758"/>
                </a:solidFill>
                <a:latin typeface="Arial"/>
                <a:ea typeface="Arial"/>
                <a:cs typeface="Arial"/>
              </a:defRPr>
            </a:lvl1pPr>
            <a:lvl2pPr>
              <a:defRPr sz="900" b="1">
                <a:solidFill>
                  <a:srgbClr val="5B6758"/>
                </a:solidFill>
                <a:latin typeface="Arial"/>
                <a:ea typeface="Arial"/>
                <a:cs typeface="Arial"/>
              </a:defRPr>
            </a:lvl2pPr>
            <a:lvl3pPr>
              <a:defRPr sz="900" b="1">
                <a:solidFill>
                  <a:srgbClr val="5B6758"/>
                </a:solidFill>
                <a:latin typeface="Arial"/>
                <a:ea typeface="Arial"/>
                <a:cs typeface="Arial"/>
              </a:defRPr>
            </a:lvl3pPr>
            <a:lvl4pPr>
              <a:defRPr sz="900" b="1">
                <a:solidFill>
                  <a:srgbClr val="5B6758"/>
                </a:solidFill>
                <a:latin typeface="Arial"/>
                <a:ea typeface="Arial"/>
                <a:cs typeface="Arial"/>
              </a:defRPr>
            </a:lvl4pPr>
            <a:lvl5pPr>
              <a:defRPr sz="900" b="1">
                <a:solidFill>
                  <a:srgbClr val="5B6758"/>
                </a:solidFill>
                <a:latin typeface="Arial"/>
                <a:ea typeface="Arial"/>
                <a:cs typeface="Arial"/>
              </a:defRPr>
            </a:lvl5pPr>
            <a:lvl6pPr>
              <a:defRPr sz="900" b="1">
                <a:solidFill>
                  <a:srgbClr val="5B6758"/>
                </a:solidFill>
                <a:latin typeface="Arial"/>
                <a:ea typeface="Arial"/>
                <a:cs typeface="Arial"/>
              </a:defRPr>
            </a:lvl6pPr>
            <a:lvl7pPr>
              <a:defRPr sz="900" b="1">
                <a:solidFill>
                  <a:srgbClr val="5B6758"/>
                </a:solidFill>
                <a:latin typeface="Arial"/>
                <a:ea typeface="Arial"/>
                <a:cs typeface="Arial"/>
              </a:defRPr>
            </a:lvl7pPr>
            <a:lvl8pPr>
              <a:defRPr sz="900" b="1">
                <a:solidFill>
                  <a:srgbClr val="5B6758"/>
                </a:solidFill>
                <a:latin typeface="Arial"/>
                <a:ea typeface="Arial"/>
                <a:cs typeface="Arial"/>
              </a:defRPr>
            </a:lvl8pPr>
            <a:lvl9pPr>
              <a:defRPr sz="900" b="1">
                <a:solidFill>
                  <a:srgbClr val="5B6758"/>
                </a:solidFill>
                <a:latin typeface="Arial"/>
                <a:ea typeface="Arial"/>
                <a:cs typeface="Arial"/>
              </a:defRPr>
            </a:lvl9pPr>
          </a:lstStyle>
          <a:p xmlns:a="http://schemas.openxmlformats.org/drawingml/2006/main">
            <a:pPr>
              <a:defRPr sz="900" b="1">
                <a:solidFill>
                  <a:srgbClr val="5B6758"/>
                </a:solidFill>
                <a:latin typeface="Arial"/>
                <a:ea typeface="Arial"/>
                <a:cs typeface="Arial"/>
              </a:defRPr>
            </a:pPr>
            <a:r>
              <a:rPr sz="900" b="1">
                <a:solidFill>
                  <a:srgbClr val="5B6758"/>
                </a:solidFill>
                <a:latin typeface="Arial"/>
                <a:ea typeface="Arial"/>
                <a:cs typeface="Arial"/>
              </a:rPr>
              <a:t>NABTA BOTANICAL</a:t>
            </a:r>
          </a:p>
        </p:txBody>
      </p:sp>
      <p:sp>
        <p:nvSpPr>
          <p:cNvPr id="4" name="">
            <a:extLst xmlns:a="http://schemas.openxmlformats.org/drawingml/2006/main">
              <a:ext uri="{FF2B5EF4-FFF2-40B4-BE49-F238E27FC236}">
                <a16:creationId xmlns:a16="http://schemas.microsoft.com/office/drawing/2014/main" id="{9B84BC23-A4FF-4A3B-AE09-7E821E2E505B}"/>
              </a:ext>
            </a:extLst>
          </p:cNvPr>
          <p:cNvSpPr>
            <a:spLocks xmlns:a="http://schemas.openxmlformats.org/drawingml/2006/main" noGrp="1"/>
          </p:cNvSpPr>
          <p:nvPr/>
        </p:nvSpPr>
        <p:spPr>
          <a:xfrm xmlns:a="http://schemas.openxmlformats.org/drawingml/2006/main">
            <a:off x="9239250" y="6448425"/>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0">
                <a:solidFill>
                  <a:srgbClr val="5B6758"/>
                </a:solidFill>
                <a:latin typeface="Arial"/>
                <a:ea typeface="Arial"/>
                <a:cs typeface="Arial"/>
              </a:defRPr>
            </a:defPPr>
            <a:lvl1pPr>
              <a:defRPr sz="900" b="0">
                <a:solidFill>
                  <a:srgbClr val="5B6758"/>
                </a:solidFill>
                <a:latin typeface="Arial"/>
                <a:ea typeface="Arial"/>
                <a:cs typeface="Arial"/>
              </a:defRPr>
            </a:lvl1pPr>
            <a:lvl2pPr>
              <a:defRPr sz="900" b="0">
                <a:solidFill>
                  <a:srgbClr val="5B6758"/>
                </a:solidFill>
                <a:latin typeface="Arial"/>
                <a:ea typeface="Arial"/>
                <a:cs typeface="Arial"/>
              </a:defRPr>
            </a:lvl2pPr>
            <a:lvl3pPr>
              <a:defRPr sz="900" b="0">
                <a:solidFill>
                  <a:srgbClr val="5B6758"/>
                </a:solidFill>
                <a:latin typeface="Arial"/>
                <a:ea typeface="Arial"/>
                <a:cs typeface="Arial"/>
              </a:defRPr>
            </a:lvl3pPr>
            <a:lvl4pPr>
              <a:defRPr sz="900" b="0">
                <a:solidFill>
                  <a:srgbClr val="5B6758"/>
                </a:solidFill>
                <a:latin typeface="Arial"/>
                <a:ea typeface="Arial"/>
                <a:cs typeface="Arial"/>
              </a:defRPr>
            </a:lvl4pPr>
            <a:lvl5pPr>
              <a:defRPr sz="900" b="0">
                <a:solidFill>
                  <a:srgbClr val="5B6758"/>
                </a:solidFill>
                <a:latin typeface="Arial"/>
                <a:ea typeface="Arial"/>
                <a:cs typeface="Arial"/>
              </a:defRPr>
            </a:lvl5pPr>
            <a:lvl6pPr>
              <a:defRPr sz="900" b="0">
                <a:solidFill>
                  <a:srgbClr val="5B6758"/>
                </a:solidFill>
                <a:latin typeface="Arial"/>
                <a:ea typeface="Arial"/>
                <a:cs typeface="Arial"/>
              </a:defRPr>
            </a:lvl6pPr>
            <a:lvl7pPr>
              <a:defRPr sz="900" b="0">
                <a:solidFill>
                  <a:srgbClr val="5B6758"/>
                </a:solidFill>
                <a:latin typeface="Arial"/>
                <a:ea typeface="Arial"/>
                <a:cs typeface="Arial"/>
              </a:defRPr>
            </a:lvl7pPr>
            <a:lvl8pPr>
              <a:defRPr sz="900" b="0">
                <a:solidFill>
                  <a:srgbClr val="5B6758"/>
                </a:solidFill>
                <a:latin typeface="Arial"/>
                <a:ea typeface="Arial"/>
                <a:cs typeface="Arial"/>
              </a:defRPr>
            </a:lvl8pPr>
            <a:lvl9pPr>
              <a:defRPr sz="900" b="0">
                <a:solidFill>
                  <a:srgbClr val="5B6758"/>
                </a:solidFill>
                <a:latin typeface="Arial"/>
                <a:ea typeface="Arial"/>
                <a:cs typeface="Arial"/>
              </a:defRPr>
            </a:lvl9pPr>
          </a:lstStyle>
          <a:p xmlns:a="http://schemas.openxmlformats.org/drawingml/2006/main">
            <a:pPr>
              <a:defRPr sz="900" b="0">
                <a:solidFill>
                  <a:srgbClr val="5B6758"/>
                </a:solidFill>
                <a:latin typeface="Arial"/>
                <a:ea typeface="Arial"/>
                <a:cs typeface="Arial"/>
              </a:defRPr>
            </a:pPr>
            <a:r>
              <a:rPr sz="900" b="0">
                <a:solidFill>
                  <a:srgbClr val="5B6758"/>
                </a:solidFill>
                <a:latin typeface="Arial"/>
                <a:ea typeface="Arial"/>
                <a:cs typeface="Arial"/>
              </a:rPr>
              <a:t>05 / 13     2:55–3:40</a:t>
            </a:r>
          </a:p>
        </p:txBody>
      </p:sp>
      <p:sp>
        <p:nvSpPr>
          <p:cNvPr id="5" name="">
            <a:extLst xmlns:a="http://schemas.openxmlformats.org/drawingml/2006/main">
              <a:ext uri="{FF2B5EF4-FFF2-40B4-BE49-F238E27FC236}">
                <a16:creationId xmlns:a16="http://schemas.microsoft.com/office/drawing/2014/main" id="{14B40556-74BD-4961-94EB-F7941B97B6BD}"/>
              </a:ext>
            </a:extLst>
          </p:cNvPr>
          <p:cNvSpPr>
            <a:spLocks xmlns:a="http://schemas.openxmlformats.org/drawingml/2006/main" noGrp="1"/>
          </p:cNvSpPr>
          <p:nvPr/>
        </p:nvSpPr>
        <p:spPr>
          <a:xfrm xmlns:a="http://schemas.openxmlformats.org/drawingml/2006/main">
            <a:off x="533400" y="1524000"/>
            <a:ext cx="11125200" cy="3476625"/>
          </a:xfrm>
          <a:prstGeom xmlns:a="http://schemas.openxmlformats.org/drawingml/2006/main" prst="roundRect">
            <a:avLst>
              <a:gd name="adj" fmla="val 2192"/>
            </a:avLst>
          </a:prstGeom>
          <a:solidFill xmlns:a="http://schemas.openxmlformats.org/drawingml/2006/main">
            <a:srgbClr val="FFFFFF"/>
          </a:solidFill>
          <a:ln xmlns:a="http://schemas.openxmlformats.org/drawingml/2006/main" w="9525">
            <a:solidFill>
              <a:srgbClr val="BBC8B3"/>
            </a:solidFill>
          </a:ln>
        </p:spPr>
      </p:sp>
      <p:pic>
        <p:nvPicPr>
          <p:cNvPr id="6" name="">
            <a:extLst xmlns:a="http://schemas.openxmlformats.org/drawingml/2006/main">
              <a:ext uri="{FF2B5EF4-FFF2-40B4-BE49-F238E27FC236}">
                <a16:creationId xmlns:a16="http://schemas.microsoft.com/office/drawing/2014/main" id="{9E6E64DC-388F-47AC-91BC-0C7A39C03084}"/>
              </a:ext>
            </a:extLst>
          </p:cNvPr>
          <p:cNvPicPr>
            <a:picLocks xmlns:a="http://schemas.openxmlformats.org/drawingml/2006/main" noChangeAspect="1"/>
          </p:cNvPicPr>
          <p:nvPr/>
        </p:nvPicPr>
        <p:blipFill>
          <a:blip xmlns:r="http://schemas.openxmlformats.org/officeDocument/2006/relationships" xmlns:a="http://schemas.openxmlformats.org/drawingml/2006/main" r:embed="R544edf53cf284a23"/>
          <a:stretch xmlns:a="http://schemas.openxmlformats.org/drawingml/2006/main"/>
        </p:blipFill>
        <p:spPr>
          <a:xfrm xmlns:a="http://schemas.openxmlformats.org/drawingml/2006/main">
            <a:off x="1749823" y="1628775"/>
            <a:ext cx="8692354" cy="32670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D31F747-0525-4A83-8D1F-81848639C346}"/>
              </a:ext>
            </a:extLst>
          </p:cNvPr>
          <p:cNvSpPr>
            <a:spLocks xmlns:a="http://schemas.openxmlformats.org/drawingml/2006/main" noGrp="1"/>
          </p:cNvSpPr>
          <p:nvPr/>
        </p:nvSpPr>
        <p:spPr>
          <a:xfrm xmlns:a="http://schemas.openxmlformats.org/drawingml/2006/main">
            <a:off x="533400" y="525780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84E3C"/>
                </a:solidFill>
                <a:latin typeface="Arial"/>
                <a:ea typeface="Arial"/>
                <a:cs typeface="Arial"/>
              </a:defRPr>
            </a:defPPr>
            <a:lvl1pPr>
              <a:defRPr sz="1800" b="1">
                <a:solidFill>
                  <a:srgbClr val="284E3C"/>
                </a:solidFill>
                <a:latin typeface="Arial"/>
                <a:ea typeface="Arial"/>
                <a:cs typeface="Arial"/>
              </a:defRPr>
            </a:lvl1pPr>
            <a:lvl2pPr>
              <a:defRPr sz="1800" b="1">
                <a:solidFill>
                  <a:srgbClr val="284E3C"/>
                </a:solidFill>
                <a:latin typeface="Arial"/>
                <a:ea typeface="Arial"/>
                <a:cs typeface="Arial"/>
              </a:defRPr>
            </a:lvl2pPr>
            <a:lvl3pPr>
              <a:defRPr sz="1800" b="1">
                <a:solidFill>
                  <a:srgbClr val="284E3C"/>
                </a:solidFill>
                <a:latin typeface="Arial"/>
                <a:ea typeface="Arial"/>
                <a:cs typeface="Arial"/>
              </a:defRPr>
            </a:lvl3pPr>
            <a:lvl4pPr>
              <a:defRPr sz="1800" b="1">
                <a:solidFill>
                  <a:srgbClr val="284E3C"/>
                </a:solidFill>
                <a:latin typeface="Arial"/>
                <a:ea typeface="Arial"/>
                <a:cs typeface="Arial"/>
              </a:defRPr>
            </a:lvl4pPr>
            <a:lvl5pPr>
              <a:defRPr sz="1800" b="1">
                <a:solidFill>
                  <a:srgbClr val="284E3C"/>
                </a:solidFill>
                <a:latin typeface="Arial"/>
                <a:ea typeface="Arial"/>
                <a:cs typeface="Arial"/>
              </a:defRPr>
            </a:lvl5pPr>
            <a:lvl6pPr>
              <a:defRPr sz="1800" b="1">
                <a:solidFill>
                  <a:srgbClr val="284E3C"/>
                </a:solidFill>
                <a:latin typeface="Arial"/>
                <a:ea typeface="Arial"/>
                <a:cs typeface="Arial"/>
              </a:defRPr>
            </a:lvl6pPr>
            <a:lvl7pPr>
              <a:defRPr sz="1800" b="1">
                <a:solidFill>
                  <a:srgbClr val="284E3C"/>
                </a:solidFill>
                <a:latin typeface="Arial"/>
                <a:ea typeface="Arial"/>
                <a:cs typeface="Arial"/>
              </a:defRPr>
            </a:lvl7pPr>
            <a:lvl8pPr>
              <a:defRPr sz="1800" b="1">
                <a:solidFill>
                  <a:srgbClr val="284E3C"/>
                </a:solidFill>
                <a:latin typeface="Arial"/>
                <a:ea typeface="Arial"/>
                <a:cs typeface="Arial"/>
              </a:defRPr>
            </a:lvl8pPr>
            <a:lvl9pPr>
              <a:defRPr sz="1800" b="1">
                <a:solidFill>
                  <a:srgbClr val="284E3C"/>
                </a:solidFill>
                <a:latin typeface="Arial"/>
                <a:ea typeface="Arial"/>
                <a:cs typeface="Arial"/>
              </a:defRPr>
            </a:lvl9pPr>
          </a:lstStyle>
          <a:p xmlns:a="http://schemas.openxmlformats.org/drawingml/2006/main">
            <a:pPr>
              <a:defRPr sz="1800" b="1">
                <a:solidFill>
                  <a:srgbClr val="284E3C"/>
                </a:solidFill>
                <a:latin typeface="Arial"/>
                <a:ea typeface="Arial"/>
                <a:cs typeface="Arial"/>
              </a:defRPr>
            </a:pPr>
            <a:r>
              <a:rPr sz="1800" b="1">
                <a:solidFill>
                  <a:srgbClr val="284E3C"/>
                </a:solidFill>
                <a:latin typeface="Arial"/>
                <a:ea typeface="Arial"/>
                <a:cs typeface="Arial"/>
              </a:rPr>
              <a:t>Personal details</a:t>
            </a:r>
          </a:p>
        </p:txBody>
      </p:sp>
      <p:sp>
        <p:nvSpPr>
          <p:cNvPr id="8" name="">
            <a:extLst xmlns:a="http://schemas.openxmlformats.org/drawingml/2006/main">
              <a:ext uri="{FF2B5EF4-FFF2-40B4-BE49-F238E27FC236}">
                <a16:creationId xmlns:a16="http://schemas.microsoft.com/office/drawing/2014/main" id="{B26C72BA-53A9-4DA4-8C05-9E869F3219A0}"/>
              </a:ext>
            </a:extLst>
          </p:cNvPr>
          <p:cNvSpPr>
            <a:spLocks xmlns:a="http://schemas.openxmlformats.org/drawingml/2006/main" noGrp="1"/>
          </p:cNvSpPr>
          <p:nvPr/>
        </p:nvSpPr>
        <p:spPr>
          <a:xfrm xmlns:a="http://schemas.openxmlformats.org/drawingml/2006/main">
            <a:off x="533400" y="5667375"/>
            <a:ext cx="333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B6758"/>
                </a:solidFill>
                <a:latin typeface="Arial"/>
                <a:ea typeface="Arial"/>
                <a:cs typeface="Arial"/>
              </a:defRPr>
            </a:defPPr>
            <a:lvl1pPr>
              <a:defRPr sz="1425" b="0">
                <a:solidFill>
                  <a:srgbClr val="5B6758"/>
                </a:solidFill>
                <a:latin typeface="Arial"/>
                <a:ea typeface="Arial"/>
                <a:cs typeface="Arial"/>
              </a:defRPr>
            </a:lvl1pPr>
            <a:lvl2pPr>
              <a:defRPr sz="1425" b="0">
                <a:solidFill>
                  <a:srgbClr val="5B6758"/>
                </a:solidFill>
                <a:latin typeface="Arial"/>
                <a:ea typeface="Arial"/>
                <a:cs typeface="Arial"/>
              </a:defRPr>
            </a:lvl2pPr>
            <a:lvl3pPr>
              <a:defRPr sz="1425" b="0">
                <a:solidFill>
                  <a:srgbClr val="5B6758"/>
                </a:solidFill>
                <a:latin typeface="Arial"/>
                <a:ea typeface="Arial"/>
                <a:cs typeface="Arial"/>
              </a:defRPr>
            </a:lvl3pPr>
            <a:lvl4pPr>
              <a:defRPr sz="1425" b="0">
                <a:solidFill>
                  <a:srgbClr val="5B6758"/>
                </a:solidFill>
                <a:latin typeface="Arial"/>
                <a:ea typeface="Arial"/>
                <a:cs typeface="Arial"/>
              </a:defRPr>
            </a:lvl4pPr>
            <a:lvl5pPr>
              <a:defRPr sz="1425" b="0">
                <a:solidFill>
                  <a:srgbClr val="5B6758"/>
                </a:solidFill>
                <a:latin typeface="Arial"/>
                <a:ea typeface="Arial"/>
                <a:cs typeface="Arial"/>
              </a:defRPr>
            </a:lvl5pPr>
            <a:lvl6pPr>
              <a:defRPr sz="1425" b="0">
                <a:solidFill>
                  <a:srgbClr val="5B6758"/>
                </a:solidFill>
                <a:latin typeface="Arial"/>
                <a:ea typeface="Arial"/>
                <a:cs typeface="Arial"/>
              </a:defRPr>
            </a:lvl6pPr>
            <a:lvl7pPr>
              <a:defRPr sz="1425" b="0">
                <a:solidFill>
                  <a:srgbClr val="5B6758"/>
                </a:solidFill>
                <a:latin typeface="Arial"/>
                <a:ea typeface="Arial"/>
                <a:cs typeface="Arial"/>
              </a:defRPr>
            </a:lvl7pPr>
            <a:lvl8pPr>
              <a:defRPr sz="1425" b="0">
                <a:solidFill>
                  <a:srgbClr val="5B6758"/>
                </a:solidFill>
                <a:latin typeface="Arial"/>
                <a:ea typeface="Arial"/>
                <a:cs typeface="Arial"/>
              </a:defRPr>
            </a:lvl8pPr>
            <a:lvl9pPr>
              <a:defRPr sz="1425" b="0">
                <a:solidFill>
                  <a:srgbClr val="5B6758"/>
                </a:solidFill>
                <a:latin typeface="Arial"/>
                <a:ea typeface="Arial"/>
                <a:cs typeface="Arial"/>
              </a:defRPr>
            </a:lvl9pPr>
          </a:lstStyle>
          <a:p xmlns:a="http://schemas.openxmlformats.org/drawingml/2006/main">
            <a:pPr>
              <a:defRPr sz="1425" b="0">
                <a:solidFill>
                  <a:srgbClr val="5B6758"/>
                </a:solidFill>
                <a:latin typeface="Arial"/>
                <a:ea typeface="Arial"/>
                <a:cs typeface="Arial"/>
              </a:defRPr>
            </a:pPr>
            <a:r>
              <a:rPr sz="1425" b="0">
                <a:solidFill>
                  <a:srgbClr val="5B6758"/>
                </a:solidFill>
                <a:latin typeface="Arial"/>
                <a:ea typeface="Arial"/>
                <a:cs typeface="Arial"/>
              </a:rPr>
              <a:t>Profile and password forms</a:t>
            </a:r>
          </a:p>
        </p:txBody>
      </p:sp>
      <p:sp>
        <p:nvSpPr>
          <p:cNvPr id="9" name="">
            <a:extLst xmlns:a="http://schemas.openxmlformats.org/drawingml/2006/main">
              <a:ext uri="{FF2B5EF4-FFF2-40B4-BE49-F238E27FC236}">
                <a16:creationId xmlns:a16="http://schemas.microsoft.com/office/drawing/2014/main" id="{3B86934D-9C60-4622-8E1B-0FB8B5AE927C}"/>
              </a:ext>
            </a:extLst>
          </p:cNvPr>
          <p:cNvSpPr>
            <a:spLocks xmlns:a="http://schemas.openxmlformats.org/drawingml/2006/main" noGrp="1"/>
          </p:cNvSpPr>
          <p:nvPr/>
        </p:nvSpPr>
        <p:spPr>
          <a:xfrm xmlns:a="http://schemas.openxmlformats.org/drawingml/2006/main">
            <a:off x="4343400" y="525780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84E3C"/>
                </a:solidFill>
                <a:latin typeface="Arial"/>
                <a:ea typeface="Arial"/>
                <a:cs typeface="Arial"/>
              </a:defRPr>
            </a:defPPr>
            <a:lvl1pPr>
              <a:defRPr sz="1800" b="1">
                <a:solidFill>
                  <a:srgbClr val="284E3C"/>
                </a:solidFill>
                <a:latin typeface="Arial"/>
                <a:ea typeface="Arial"/>
                <a:cs typeface="Arial"/>
              </a:defRPr>
            </a:lvl1pPr>
            <a:lvl2pPr>
              <a:defRPr sz="1800" b="1">
                <a:solidFill>
                  <a:srgbClr val="284E3C"/>
                </a:solidFill>
                <a:latin typeface="Arial"/>
                <a:ea typeface="Arial"/>
                <a:cs typeface="Arial"/>
              </a:defRPr>
            </a:lvl2pPr>
            <a:lvl3pPr>
              <a:defRPr sz="1800" b="1">
                <a:solidFill>
                  <a:srgbClr val="284E3C"/>
                </a:solidFill>
                <a:latin typeface="Arial"/>
                <a:ea typeface="Arial"/>
                <a:cs typeface="Arial"/>
              </a:defRPr>
            </a:lvl3pPr>
            <a:lvl4pPr>
              <a:defRPr sz="1800" b="1">
                <a:solidFill>
                  <a:srgbClr val="284E3C"/>
                </a:solidFill>
                <a:latin typeface="Arial"/>
                <a:ea typeface="Arial"/>
                <a:cs typeface="Arial"/>
              </a:defRPr>
            </a:lvl4pPr>
            <a:lvl5pPr>
              <a:defRPr sz="1800" b="1">
                <a:solidFill>
                  <a:srgbClr val="284E3C"/>
                </a:solidFill>
                <a:latin typeface="Arial"/>
                <a:ea typeface="Arial"/>
                <a:cs typeface="Arial"/>
              </a:defRPr>
            </a:lvl5pPr>
            <a:lvl6pPr>
              <a:defRPr sz="1800" b="1">
                <a:solidFill>
                  <a:srgbClr val="284E3C"/>
                </a:solidFill>
                <a:latin typeface="Arial"/>
                <a:ea typeface="Arial"/>
                <a:cs typeface="Arial"/>
              </a:defRPr>
            </a:lvl6pPr>
            <a:lvl7pPr>
              <a:defRPr sz="1800" b="1">
                <a:solidFill>
                  <a:srgbClr val="284E3C"/>
                </a:solidFill>
                <a:latin typeface="Arial"/>
                <a:ea typeface="Arial"/>
                <a:cs typeface="Arial"/>
              </a:defRPr>
            </a:lvl7pPr>
            <a:lvl8pPr>
              <a:defRPr sz="1800" b="1">
                <a:solidFill>
                  <a:srgbClr val="284E3C"/>
                </a:solidFill>
                <a:latin typeface="Arial"/>
                <a:ea typeface="Arial"/>
                <a:cs typeface="Arial"/>
              </a:defRPr>
            </a:lvl8pPr>
            <a:lvl9pPr>
              <a:defRPr sz="1800" b="1">
                <a:solidFill>
                  <a:srgbClr val="284E3C"/>
                </a:solidFill>
                <a:latin typeface="Arial"/>
                <a:ea typeface="Arial"/>
                <a:cs typeface="Arial"/>
              </a:defRPr>
            </a:lvl9pPr>
          </a:lstStyle>
          <a:p xmlns:a="http://schemas.openxmlformats.org/drawingml/2006/main">
            <a:pPr>
              <a:defRPr sz="1800" b="1">
                <a:solidFill>
                  <a:srgbClr val="284E3C"/>
                </a:solidFill>
                <a:latin typeface="Arial"/>
                <a:ea typeface="Arial"/>
                <a:cs typeface="Arial"/>
              </a:defRPr>
            </a:pPr>
            <a:r>
              <a:rPr sz="1800" b="1">
                <a:solidFill>
                  <a:srgbClr val="284E3C"/>
                </a:solidFill>
                <a:latin typeface="Arial"/>
                <a:ea typeface="Arial"/>
                <a:cs typeface="Arial"/>
              </a:rPr>
              <a:t>Order history</a:t>
            </a:r>
          </a:p>
        </p:txBody>
      </p:sp>
      <p:sp>
        <p:nvSpPr>
          <p:cNvPr id="10" name="">
            <a:extLst xmlns:a="http://schemas.openxmlformats.org/drawingml/2006/main">
              <a:ext uri="{FF2B5EF4-FFF2-40B4-BE49-F238E27FC236}">
                <a16:creationId xmlns:a16="http://schemas.microsoft.com/office/drawing/2014/main" id="{C17AB75E-D179-4CB4-94E8-934470ACCF66}"/>
              </a:ext>
            </a:extLst>
          </p:cNvPr>
          <p:cNvSpPr>
            <a:spLocks xmlns:a="http://schemas.openxmlformats.org/drawingml/2006/main" noGrp="1"/>
          </p:cNvSpPr>
          <p:nvPr/>
        </p:nvSpPr>
        <p:spPr>
          <a:xfrm xmlns:a="http://schemas.openxmlformats.org/drawingml/2006/main">
            <a:off x="4343400" y="5667375"/>
            <a:ext cx="333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B6758"/>
                </a:solidFill>
                <a:latin typeface="Arial"/>
                <a:ea typeface="Arial"/>
                <a:cs typeface="Arial"/>
              </a:defRPr>
            </a:defPPr>
            <a:lvl1pPr>
              <a:defRPr sz="1425" b="0">
                <a:solidFill>
                  <a:srgbClr val="5B6758"/>
                </a:solidFill>
                <a:latin typeface="Arial"/>
                <a:ea typeface="Arial"/>
                <a:cs typeface="Arial"/>
              </a:defRPr>
            </a:lvl1pPr>
            <a:lvl2pPr>
              <a:defRPr sz="1425" b="0">
                <a:solidFill>
                  <a:srgbClr val="5B6758"/>
                </a:solidFill>
                <a:latin typeface="Arial"/>
                <a:ea typeface="Arial"/>
                <a:cs typeface="Arial"/>
              </a:defRPr>
            </a:lvl2pPr>
            <a:lvl3pPr>
              <a:defRPr sz="1425" b="0">
                <a:solidFill>
                  <a:srgbClr val="5B6758"/>
                </a:solidFill>
                <a:latin typeface="Arial"/>
                <a:ea typeface="Arial"/>
                <a:cs typeface="Arial"/>
              </a:defRPr>
            </a:lvl3pPr>
            <a:lvl4pPr>
              <a:defRPr sz="1425" b="0">
                <a:solidFill>
                  <a:srgbClr val="5B6758"/>
                </a:solidFill>
                <a:latin typeface="Arial"/>
                <a:ea typeface="Arial"/>
                <a:cs typeface="Arial"/>
              </a:defRPr>
            </a:lvl4pPr>
            <a:lvl5pPr>
              <a:defRPr sz="1425" b="0">
                <a:solidFill>
                  <a:srgbClr val="5B6758"/>
                </a:solidFill>
                <a:latin typeface="Arial"/>
                <a:ea typeface="Arial"/>
                <a:cs typeface="Arial"/>
              </a:defRPr>
            </a:lvl5pPr>
            <a:lvl6pPr>
              <a:defRPr sz="1425" b="0">
                <a:solidFill>
                  <a:srgbClr val="5B6758"/>
                </a:solidFill>
                <a:latin typeface="Arial"/>
                <a:ea typeface="Arial"/>
                <a:cs typeface="Arial"/>
              </a:defRPr>
            </a:lvl6pPr>
            <a:lvl7pPr>
              <a:defRPr sz="1425" b="0">
                <a:solidFill>
                  <a:srgbClr val="5B6758"/>
                </a:solidFill>
                <a:latin typeface="Arial"/>
                <a:ea typeface="Arial"/>
                <a:cs typeface="Arial"/>
              </a:defRPr>
            </a:lvl7pPr>
            <a:lvl8pPr>
              <a:defRPr sz="1425" b="0">
                <a:solidFill>
                  <a:srgbClr val="5B6758"/>
                </a:solidFill>
                <a:latin typeface="Arial"/>
                <a:ea typeface="Arial"/>
                <a:cs typeface="Arial"/>
              </a:defRPr>
            </a:lvl8pPr>
            <a:lvl9pPr>
              <a:defRPr sz="1425" b="0">
                <a:solidFill>
                  <a:srgbClr val="5B6758"/>
                </a:solidFill>
                <a:latin typeface="Arial"/>
                <a:ea typeface="Arial"/>
                <a:cs typeface="Arial"/>
              </a:defRPr>
            </a:lvl9pPr>
          </a:lstStyle>
          <a:p xmlns:a="http://schemas.openxmlformats.org/drawingml/2006/main">
            <a:pPr>
              <a:defRPr sz="1425" b="0">
                <a:solidFill>
                  <a:srgbClr val="5B6758"/>
                </a:solidFill>
                <a:latin typeface="Arial"/>
                <a:ea typeface="Arial"/>
                <a:cs typeface="Arial"/>
              </a:defRPr>
            </a:pPr>
            <a:r>
              <a:rPr sz="1425" b="0">
                <a:solidFill>
                  <a:srgbClr val="5B6758"/>
                </a:solidFill>
                <a:latin typeface="Arial"/>
                <a:ea typeface="Arial"/>
                <a:cs typeface="Arial"/>
              </a:rPr>
              <a:t>Items, totals, dates and status</a:t>
            </a:r>
          </a:p>
        </p:txBody>
      </p:sp>
      <p:sp>
        <p:nvSpPr>
          <p:cNvPr id="11" name="">
            <a:extLst xmlns:a="http://schemas.openxmlformats.org/drawingml/2006/main">
              <a:ext uri="{FF2B5EF4-FFF2-40B4-BE49-F238E27FC236}">
                <a16:creationId xmlns:a16="http://schemas.microsoft.com/office/drawing/2014/main" id="{E3F0B1E6-E194-4D62-86FD-28FB7A5C2D9D}"/>
              </a:ext>
            </a:extLst>
          </p:cNvPr>
          <p:cNvSpPr>
            <a:spLocks xmlns:a="http://schemas.openxmlformats.org/drawingml/2006/main" noGrp="1"/>
          </p:cNvSpPr>
          <p:nvPr/>
        </p:nvSpPr>
        <p:spPr>
          <a:xfrm xmlns:a="http://schemas.openxmlformats.org/drawingml/2006/main">
            <a:off x="8153400" y="5257800"/>
            <a:ext cx="3476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84E3C"/>
                </a:solidFill>
                <a:latin typeface="Arial"/>
                <a:ea typeface="Arial"/>
                <a:cs typeface="Arial"/>
              </a:defRPr>
            </a:defPPr>
            <a:lvl1pPr>
              <a:defRPr sz="1800" b="1">
                <a:solidFill>
                  <a:srgbClr val="284E3C"/>
                </a:solidFill>
                <a:latin typeface="Arial"/>
                <a:ea typeface="Arial"/>
                <a:cs typeface="Arial"/>
              </a:defRPr>
            </a:lvl1pPr>
            <a:lvl2pPr>
              <a:defRPr sz="1800" b="1">
                <a:solidFill>
                  <a:srgbClr val="284E3C"/>
                </a:solidFill>
                <a:latin typeface="Arial"/>
                <a:ea typeface="Arial"/>
                <a:cs typeface="Arial"/>
              </a:defRPr>
            </a:lvl2pPr>
            <a:lvl3pPr>
              <a:defRPr sz="1800" b="1">
                <a:solidFill>
                  <a:srgbClr val="284E3C"/>
                </a:solidFill>
                <a:latin typeface="Arial"/>
                <a:ea typeface="Arial"/>
                <a:cs typeface="Arial"/>
              </a:defRPr>
            </a:lvl3pPr>
            <a:lvl4pPr>
              <a:defRPr sz="1800" b="1">
                <a:solidFill>
                  <a:srgbClr val="284E3C"/>
                </a:solidFill>
                <a:latin typeface="Arial"/>
                <a:ea typeface="Arial"/>
                <a:cs typeface="Arial"/>
              </a:defRPr>
            </a:lvl4pPr>
            <a:lvl5pPr>
              <a:defRPr sz="1800" b="1">
                <a:solidFill>
                  <a:srgbClr val="284E3C"/>
                </a:solidFill>
                <a:latin typeface="Arial"/>
                <a:ea typeface="Arial"/>
                <a:cs typeface="Arial"/>
              </a:defRPr>
            </a:lvl5pPr>
            <a:lvl6pPr>
              <a:defRPr sz="1800" b="1">
                <a:solidFill>
                  <a:srgbClr val="284E3C"/>
                </a:solidFill>
                <a:latin typeface="Arial"/>
                <a:ea typeface="Arial"/>
                <a:cs typeface="Arial"/>
              </a:defRPr>
            </a:lvl6pPr>
            <a:lvl7pPr>
              <a:defRPr sz="1800" b="1">
                <a:solidFill>
                  <a:srgbClr val="284E3C"/>
                </a:solidFill>
                <a:latin typeface="Arial"/>
                <a:ea typeface="Arial"/>
                <a:cs typeface="Arial"/>
              </a:defRPr>
            </a:lvl7pPr>
            <a:lvl8pPr>
              <a:defRPr sz="1800" b="1">
                <a:solidFill>
                  <a:srgbClr val="284E3C"/>
                </a:solidFill>
                <a:latin typeface="Arial"/>
                <a:ea typeface="Arial"/>
                <a:cs typeface="Arial"/>
              </a:defRPr>
            </a:lvl8pPr>
            <a:lvl9pPr>
              <a:defRPr sz="1800" b="1">
                <a:solidFill>
                  <a:srgbClr val="284E3C"/>
                </a:solidFill>
                <a:latin typeface="Arial"/>
                <a:ea typeface="Arial"/>
                <a:cs typeface="Arial"/>
              </a:defRPr>
            </a:lvl9pPr>
          </a:lstStyle>
          <a:p xmlns:a="http://schemas.openxmlformats.org/drawingml/2006/main">
            <a:pPr>
              <a:defRPr sz="1800" b="1">
                <a:solidFill>
                  <a:srgbClr val="284E3C"/>
                </a:solidFill>
                <a:latin typeface="Arial"/>
                <a:ea typeface="Arial"/>
                <a:cs typeface="Arial"/>
              </a:defRPr>
            </a:pPr>
            <a:r>
              <a:rPr sz="1800" b="1">
                <a:solidFill>
                  <a:srgbClr val="284E3C"/>
                </a:solidFill>
                <a:latin typeface="Arial"/>
                <a:ea typeface="Arial"/>
                <a:cs typeface="Arial"/>
              </a:rPr>
              <a:t>Saved favorites</a:t>
            </a:r>
          </a:p>
        </p:txBody>
      </p:sp>
      <p:sp>
        <p:nvSpPr>
          <p:cNvPr id="12" name="">
            <a:extLst xmlns:a="http://schemas.openxmlformats.org/drawingml/2006/main">
              <a:ext uri="{FF2B5EF4-FFF2-40B4-BE49-F238E27FC236}">
                <a16:creationId xmlns:a16="http://schemas.microsoft.com/office/drawing/2014/main" id="{320A8700-1521-46E8-AED7-1AA708B62689}"/>
              </a:ext>
            </a:extLst>
          </p:cNvPr>
          <p:cNvSpPr>
            <a:spLocks xmlns:a="http://schemas.openxmlformats.org/drawingml/2006/main" noGrp="1"/>
          </p:cNvSpPr>
          <p:nvPr/>
        </p:nvSpPr>
        <p:spPr>
          <a:xfrm xmlns:a="http://schemas.openxmlformats.org/drawingml/2006/main">
            <a:off x="8153400" y="5667375"/>
            <a:ext cx="3476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B6758"/>
                </a:solidFill>
                <a:latin typeface="Arial"/>
                <a:ea typeface="Arial"/>
                <a:cs typeface="Arial"/>
              </a:defRPr>
            </a:defPPr>
            <a:lvl1pPr>
              <a:defRPr sz="1425" b="0">
                <a:solidFill>
                  <a:srgbClr val="5B6758"/>
                </a:solidFill>
                <a:latin typeface="Arial"/>
                <a:ea typeface="Arial"/>
                <a:cs typeface="Arial"/>
              </a:defRPr>
            </a:lvl1pPr>
            <a:lvl2pPr>
              <a:defRPr sz="1425" b="0">
                <a:solidFill>
                  <a:srgbClr val="5B6758"/>
                </a:solidFill>
                <a:latin typeface="Arial"/>
                <a:ea typeface="Arial"/>
                <a:cs typeface="Arial"/>
              </a:defRPr>
            </a:lvl2pPr>
            <a:lvl3pPr>
              <a:defRPr sz="1425" b="0">
                <a:solidFill>
                  <a:srgbClr val="5B6758"/>
                </a:solidFill>
                <a:latin typeface="Arial"/>
                <a:ea typeface="Arial"/>
                <a:cs typeface="Arial"/>
              </a:defRPr>
            </a:lvl3pPr>
            <a:lvl4pPr>
              <a:defRPr sz="1425" b="0">
                <a:solidFill>
                  <a:srgbClr val="5B6758"/>
                </a:solidFill>
                <a:latin typeface="Arial"/>
                <a:ea typeface="Arial"/>
                <a:cs typeface="Arial"/>
              </a:defRPr>
            </a:lvl4pPr>
            <a:lvl5pPr>
              <a:defRPr sz="1425" b="0">
                <a:solidFill>
                  <a:srgbClr val="5B6758"/>
                </a:solidFill>
                <a:latin typeface="Arial"/>
                <a:ea typeface="Arial"/>
                <a:cs typeface="Arial"/>
              </a:defRPr>
            </a:lvl5pPr>
            <a:lvl6pPr>
              <a:defRPr sz="1425" b="0">
                <a:solidFill>
                  <a:srgbClr val="5B6758"/>
                </a:solidFill>
                <a:latin typeface="Arial"/>
                <a:ea typeface="Arial"/>
                <a:cs typeface="Arial"/>
              </a:defRPr>
            </a:lvl6pPr>
            <a:lvl7pPr>
              <a:defRPr sz="1425" b="0">
                <a:solidFill>
                  <a:srgbClr val="5B6758"/>
                </a:solidFill>
                <a:latin typeface="Arial"/>
                <a:ea typeface="Arial"/>
                <a:cs typeface="Arial"/>
              </a:defRPr>
            </a:lvl7pPr>
            <a:lvl8pPr>
              <a:defRPr sz="1425" b="0">
                <a:solidFill>
                  <a:srgbClr val="5B6758"/>
                </a:solidFill>
                <a:latin typeface="Arial"/>
                <a:ea typeface="Arial"/>
                <a:cs typeface="Arial"/>
              </a:defRPr>
            </a:lvl8pPr>
            <a:lvl9pPr>
              <a:defRPr sz="1425" b="0">
                <a:solidFill>
                  <a:srgbClr val="5B6758"/>
                </a:solidFill>
                <a:latin typeface="Arial"/>
                <a:ea typeface="Arial"/>
                <a:cs typeface="Arial"/>
              </a:defRPr>
            </a:lvl9pPr>
          </a:lstStyle>
          <a:p xmlns:a="http://schemas.openxmlformats.org/drawingml/2006/main">
            <a:pPr>
              <a:defRPr sz="1425" b="0">
                <a:solidFill>
                  <a:srgbClr val="5B6758"/>
                </a:solidFill>
                <a:latin typeface="Arial"/>
                <a:ea typeface="Arial"/>
                <a:cs typeface="Arial"/>
              </a:defRPr>
            </a:pPr>
            <a:r>
              <a:rPr sz="1425" b="0">
                <a:solidFill>
                  <a:srgbClr val="5B6758"/>
                </a:solidFill>
                <a:latin typeface="Arial"/>
                <a:ea typeface="Arial"/>
                <a:cs typeface="Arial"/>
              </a:rPr>
              <a:t>Wishlist stays separate from the basket</a:t>
            </a:r>
          </a:p>
        </p:txBody>
      </p:sp>
    </p:spTree>
    <p:extLst>
      <p:ext uri="{BB962C8B-B14F-4D97-AF65-F5344CB8AC3E}">
        <p14:creationId xmlns:p14="http://schemas.microsoft.com/office/powerpoint/2010/main" val="335947136"/>
      </p:ext>
    </p:extLst>
  </p:cSld>
</p:sld>
</file>

<file path=ppt/slides/slide6.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E677D20-5A6B-407F-B7FB-F07123464438}"/>
              </a:ext>
            </a:extLst>
          </p:cNvPr>
          <p:cNvSpPr>
            <a:spLocks xmlns:a="http://schemas.openxmlformats.org/drawingml/2006/main" noGrp="1"/>
          </p:cNvSpPr>
          <p:nvPr/>
        </p:nvSpPr>
        <p:spPr>
          <a:xfrm xmlns:a="http://schemas.openxmlformats.org/drawingml/2006/main">
            <a:off x="533400" y="400050"/>
            <a:ext cx="111252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284E3C"/>
                </a:solidFill>
                <a:latin typeface="Arial"/>
                <a:ea typeface="Arial"/>
                <a:cs typeface="Arial"/>
              </a:defRPr>
            </a:defPPr>
            <a:lvl1pPr>
              <a:buNone/>
              <a:defRPr sz="2850" b="1">
                <a:solidFill>
                  <a:srgbClr val="284E3C"/>
                </a:solidFill>
                <a:latin typeface="Arial"/>
                <a:ea typeface="Arial"/>
                <a:cs typeface="Arial"/>
              </a:defRPr>
            </a:lvl1pPr>
            <a:lvl2pPr>
              <a:buNone/>
              <a:defRPr sz="2850" b="1">
                <a:solidFill>
                  <a:srgbClr val="284E3C"/>
                </a:solidFill>
                <a:latin typeface="Arial"/>
                <a:ea typeface="Arial"/>
                <a:cs typeface="Arial"/>
              </a:defRPr>
            </a:lvl2pPr>
            <a:lvl3pPr>
              <a:buNone/>
              <a:defRPr sz="2850" b="1">
                <a:solidFill>
                  <a:srgbClr val="284E3C"/>
                </a:solidFill>
                <a:latin typeface="Arial"/>
                <a:ea typeface="Arial"/>
                <a:cs typeface="Arial"/>
              </a:defRPr>
            </a:lvl3pPr>
            <a:lvl4pPr>
              <a:buNone/>
              <a:defRPr sz="2850" b="1">
                <a:solidFill>
                  <a:srgbClr val="284E3C"/>
                </a:solidFill>
                <a:latin typeface="Arial"/>
                <a:ea typeface="Arial"/>
                <a:cs typeface="Arial"/>
              </a:defRPr>
            </a:lvl4pPr>
            <a:lvl5pPr>
              <a:buNone/>
              <a:defRPr sz="2850" b="1">
                <a:solidFill>
                  <a:srgbClr val="284E3C"/>
                </a:solidFill>
                <a:latin typeface="Arial"/>
                <a:ea typeface="Arial"/>
                <a:cs typeface="Arial"/>
              </a:defRPr>
            </a:lvl5pPr>
            <a:lvl6pPr>
              <a:buNone/>
              <a:defRPr sz="2850" b="1">
                <a:solidFill>
                  <a:srgbClr val="284E3C"/>
                </a:solidFill>
                <a:latin typeface="Arial"/>
                <a:ea typeface="Arial"/>
                <a:cs typeface="Arial"/>
              </a:defRPr>
            </a:lvl6pPr>
            <a:lvl7pPr>
              <a:buNone/>
              <a:defRPr sz="2850" b="1">
                <a:solidFill>
                  <a:srgbClr val="284E3C"/>
                </a:solidFill>
                <a:latin typeface="Arial"/>
                <a:ea typeface="Arial"/>
                <a:cs typeface="Arial"/>
              </a:defRPr>
            </a:lvl7pPr>
            <a:lvl8pPr>
              <a:buNone/>
              <a:defRPr sz="2850" b="1">
                <a:solidFill>
                  <a:srgbClr val="284E3C"/>
                </a:solidFill>
                <a:latin typeface="Arial"/>
                <a:ea typeface="Arial"/>
                <a:cs typeface="Arial"/>
              </a:defRPr>
            </a:lvl8pPr>
            <a:lvl9pPr>
              <a:buNone/>
              <a:defRPr sz="2850" b="1">
                <a:solidFill>
                  <a:srgbClr val="284E3C"/>
                </a:solidFill>
                <a:latin typeface="Arial"/>
                <a:ea typeface="Arial"/>
                <a:cs typeface="Arial"/>
              </a:defRPr>
            </a:lvl9pPr>
          </a:lstStyle>
          <a:p xmlns:a="http://schemas.openxmlformats.org/drawingml/2006/main">
            <a:pPr>
              <a:buNone/>
              <a:defRPr sz="2850" b="1">
                <a:solidFill>
                  <a:srgbClr val="284E3C"/>
                </a:solidFill>
                <a:latin typeface="Arial"/>
                <a:ea typeface="Arial"/>
                <a:cs typeface="Arial"/>
              </a:defRPr>
            </a:pPr>
            <a:r>
              <a:rPr sz="2850" b="1">
                <a:solidFill>
                  <a:srgbClr val="284E3C"/>
                </a:solidFill>
                <a:latin typeface="Arial"/>
                <a:ea typeface="Arial"/>
                <a:cs typeface="Arial"/>
              </a:rPr>
              <a:t>Basket and order confirmation</a:t>
            </a:r>
          </a:p>
        </p:txBody>
      </p:sp>
      <p:sp>
        <p:nvSpPr>
          <p:cNvPr id="2" name="">
            <a:extLst xmlns:a="http://schemas.openxmlformats.org/drawingml/2006/main">
              <a:ext uri="{FF2B5EF4-FFF2-40B4-BE49-F238E27FC236}">
                <a16:creationId xmlns:a16="http://schemas.microsoft.com/office/drawing/2014/main" id="{08A58A04-0D2A-4932-A630-30751C09D528}"/>
              </a:ext>
            </a:extLst>
          </p:cNvPr>
          <p:cNvSpPr>
            <a:spLocks xmlns:a="http://schemas.openxmlformats.org/drawingml/2006/main" noGrp="1"/>
          </p:cNvSpPr>
          <p:nvPr/>
        </p:nvSpPr>
        <p:spPr>
          <a:xfrm xmlns:a="http://schemas.openxmlformats.org/drawingml/2006/main">
            <a:off x="533400" y="6286500"/>
            <a:ext cx="11125200" cy="9525"/>
          </a:xfrm>
          <a:prstGeom xmlns:a="http://schemas.openxmlformats.org/drawingml/2006/main" prst="rect">
            <a:avLst/>
          </a:prstGeom>
          <a:solidFill xmlns:a="http://schemas.openxmlformats.org/drawingml/2006/main">
            <a:srgbClr val="BBC8B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5C8CFB7-F3E5-43B7-9844-9256E71BFB59}"/>
              </a:ext>
            </a:extLst>
          </p:cNvPr>
          <p:cNvSpPr>
            <a:spLocks xmlns:a="http://schemas.openxmlformats.org/drawingml/2006/main" noGrp="1"/>
          </p:cNvSpPr>
          <p:nvPr/>
        </p:nvSpPr>
        <p:spPr>
          <a:xfrm xmlns:a="http://schemas.openxmlformats.org/drawingml/2006/main">
            <a:off x="533400" y="6448425"/>
            <a:ext cx="323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1">
                <a:solidFill>
                  <a:srgbClr val="5B6758"/>
                </a:solidFill>
                <a:latin typeface="Arial"/>
                <a:ea typeface="Arial"/>
                <a:cs typeface="Arial"/>
              </a:defRPr>
            </a:defPPr>
            <a:lvl1pPr>
              <a:buNone/>
              <a:defRPr sz="900" b="1">
                <a:solidFill>
                  <a:srgbClr val="5B6758"/>
                </a:solidFill>
                <a:latin typeface="Arial"/>
                <a:ea typeface="Arial"/>
                <a:cs typeface="Arial"/>
              </a:defRPr>
            </a:lvl1pPr>
            <a:lvl2pPr>
              <a:buNone/>
              <a:defRPr sz="900" b="1">
                <a:solidFill>
                  <a:srgbClr val="5B6758"/>
                </a:solidFill>
                <a:latin typeface="Arial"/>
                <a:ea typeface="Arial"/>
                <a:cs typeface="Arial"/>
              </a:defRPr>
            </a:lvl2pPr>
            <a:lvl3pPr>
              <a:buNone/>
              <a:defRPr sz="900" b="1">
                <a:solidFill>
                  <a:srgbClr val="5B6758"/>
                </a:solidFill>
                <a:latin typeface="Arial"/>
                <a:ea typeface="Arial"/>
                <a:cs typeface="Arial"/>
              </a:defRPr>
            </a:lvl3pPr>
            <a:lvl4pPr>
              <a:buNone/>
              <a:defRPr sz="900" b="1">
                <a:solidFill>
                  <a:srgbClr val="5B6758"/>
                </a:solidFill>
                <a:latin typeface="Arial"/>
                <a:ea typeface="Arial"/>
                <a:cs typeface="Arial"/>
              </a:defRPr>
            </a:lvl4pPr>
            <a:lvl5pPr>
              <a:buNone/>
              <a:defRPr sz="900" b="1">
                <a:solidFill>
                  <a:srgbClr val="5B6758"/>
                </a:solidFill>
                <a:latin typeface="Arial"/>
                <a:ea typeface="Arial"/>
                <a:cs typeface="Arial"/>
              </a:defRPr>
            </a:lvl5pPr>
            <a:lvl6pPr>
              <a:buNone/>
              <a:defRPr sz="900" b="1">
                <a:solidFill>
                  <a:srgbClr val="5B6758"/>
                </a:solidFill>
                <a:latin typeface="Arial"/>
                <a:ea typeface="Arial"/>
                <a:cs typeface="Arial"/>
              </a:defRPr>
            </a:lvl6pPr>
            <a:lvl7pPr>
              <a:buNone/>
              <a:defRPr sz="900" b="1">
                <a:solidFill>
                  <a:srgbClr val="5B6758"/>
                </a:solidFill>
                <a:latin typeface="Arial"/>
                <a:ea typeface="Arial"/>
                <a:cs typeface="Arial"/>
              </a:defRPr>
            </a:lvl7pPr>
            <a:lvl8pPr>
              <a:buNone/>
              <a:defRPr sz="900" b="1">
                <a:solidFill>
                  <a:srgbClr val="5B6758"/>
                </a:solidFill>
                <a:latin typeface="Arial"/>
                <a:ea typeface="Arial"/>
                <a:cs typeface="Arial"/>
              </a:defRPr>
            </a:lvl8pPr>
            <a:lvl9pPr>
              <a:buNone/>
              <a:defRPr sz="900" b="1">
                <a:solidFill>
                  <a:srgbClr val="5B6758"/>
                </a:solidFill>
                <a:latin typeface="Arial"/>
                <a:ea typeface="Arial"/>
                <a:cs typeface="Arial"/>
              </a:defRPr>
            </a:lvl9pPr>
          </a:lstStyle>
          <a:p xmlns:a="http://schemas.openxmlformats.org/drawingml/2006/main">
            <a:pPr>
              <a:buNone/>
              <a:defRPr sz="900" b="1">
                <a:solidFill>
                  <a:srgbClr val="5B6758"/>
                </a:solidFill>
                <a:latin typeface="Arial"/>
                <a:ea typeface="Arial"/>
                <a:cs typeface="Arial"/>
              </a:defRPr>
            </a:pPr>
            <a:r>
              <a:rPr sz="900" b="1">
                <a:solidFill>
                  <a:srgbClr val="5B6758"/>
                </a:solidFill>
                <a:latin typeface="Arial"/>
                <a:ea typeface="Arial"/>
                <a:cs typeface="Arial"/>
              </a:rPr>
              <a:t>NABTA BOTANICAL</a:t>
            </a:r>
          </a:p>
        </p:txBody>
      </p:sp>
      <p:sp>
        <p:nvSpPr>
          <p:cNvPr id="4" name="">
            <a:extLst xmlns:a="http://schemas.openxmlformats.org/drawingml/2006/main">
              <a:ext uri="{FF2B5EF4-FFF2-40B4-BE49-F238E27FC236}">
                <a16:creationId xmlns:a16="http://schemas.microsoft.com/office/drawing/2014/main" id="{70C9AC8C-885F-4EBD-986B-C468947CD446}"/>
              </a:ext>
            </a:extLst>
          </p:cNvPr>
          <p:cNvSpPr>
            <a:spLocks xmlns:a="http://schemas.openxmlformats.org/drawingml/2006/main" noGrp="1"/>
          </p:cNvSpPr>
          <p:nvPr/>
        </p:nvSpPr>
        <p:spPr>
          <a:xfrm xmlns:a="http://schemas.openxmlformats.org/drawingml/2006/main">
            <a:off x="9239250" y="6448425"/>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0">
                <a:solidFill>
                  <a:srgbClr val="5B6758"/>
                </a:solidFill>
                <a:latin typeface="Arial"/>
                <a:ea typeface="Arial"/>
                <a:cs typeface="Arial"/>
              </a:defRPr>
            </a:defPPr>
            <a:lvl1pPr>
              <a:buNone/>
              <a:defRPr sz="900" b="0">
                <a:solidFill>
                  <a:srgbClr val="5B6758"/>
                </a:solidFill>
                <a:latin typeface="Arial"/>
                <a:ea typeface="Arial"/>
                <a:cs typeface="Arial"/>
              </a:defRPr>
            </a:lvl1pPr>
            <a:lvl2pPr>
              <a:buNone/>
              <a:defRPr sz="900" b="0">
                <a:solidFill>
                  <a:srgbClr val="5B6758"/>
                </a:solidFill>
                <a:latin typeface="Arial"/>
                <a:ea typeface="Arial"/>
                <a:cs typeface="Arial"/>
              </a:defRPr>
            </a:lvl2pPr>
            <a:lvl3pPr>
              <a:buNone/>
              <a:defRPr sz="900" b="0">
                <a:solidFill>
                  <a:srgbClr val="5B6758"/>
                </a:solidFill>
                <a:latin typeface="Arial"/>
                <a:ea typeface="Arial"/>
                <a:cs typeface="Arial"/>
              </a:defRPr>
            </a:lvl3pPr>
            <a:lvl4pPr>
              <a:buNone/>
              <a:defRPr sz="900" b="0">
                <a:solidFill>
                  <a:srgbClr val="5B6758"/>
                </a:solidFill>
                <a:latin typeface="Arial"/>
                <a:ea typeface="Arial"/>
                <a:cs typeface="Arial"/>
              </a:defRPr>
            </a:lvl4pPr>
            <a:lvl5pPr>
              <a:buNone/>
              <a:defRPr sz="900" b="0">
                <a:solidFill>
                  <a:srgbClr val="5B6758"/>
                </a:solidFill>
                <a:latin typeface="Arial"/>
                <a:ea typeface="Arial"/>
                <a:cs typeface="Arial"/>
              </a:defRPr>
            </a:lvl5pPr>
            <a:lvl6pPr>
              <a:buNone/>
              <a:defRPr sz="900" b="0">
                <a:solidFill>
                  <a:srgbClr val="5B6758"/>
                </a:solidFill>
                <a:latin typeface="Arial"/>
                <a:ea typeface="Arial"/>
                <a:cs typeface="Arial"/>
              </a:defRPr>
            </a:lvl6pPr>
            <a:lvl7pPr>
              <a:buNone/>
              <a:defRPr sz="900" b="0">
                <a:solidFill>
                  <a:srgbClr val="5B6758"/>
                </a:solidFill>
                <a:latin typeface="Arial"/>
                <a:ea typeface="Arial"/>
                <a:cs typeface="Arial"/>
              </a:defRPr>
            </a:lvl7pPr>
            <a:lvl8pPr>
              <a:buNone/>
              <a:defRPr sz="900" b="0">
                <a:solidFill>
                  <a:srgbClr val="5B6758"/>
                </a:solidFill>
                <a:latin typeface="Arial"/>
                <a:ea typeface="Arial"/>
                <a:cs typeface="Arial"/>
              </a:defRPr>
            </a:lvl8pPr>
            <a:lvl9pPr>
              <a:buNone/>
              <a:defRPr sz="900" b="0">
                <a:solidFill>
                  <a:srgbClr val="5B6758"/>
                </a:solidFill>
                <a:latin typeface="Arial"/>
                <a:ea typeface="Arial"/>
                <a:cs typeface="Arial"/>
              </a:defRPr>
            </a:lvl9pPr>
          </a:lstStyle>
          <a:p xmlns:a="http://schemas.openxmlformats.org/drawingml/2006/main">
            <a:pPr>
              <a:buNone/>
              <a:defRPr sz="900" b="0">
                <a:solidFill>
                  <a:srgbClr val="5B6758"/>
                </a:solidFill>
                <a:latin typeface="Arial"/>
                <a:ea typeface="Arial"/>
                <a:cs typeface="Arial"/>
              </a:defRPr>
            </a:pPr>
            <a:r>
              <a:rPr sz="900" b="0">
                <a:solidFill>
                  <a:srgbClr val="5B6758"/>
                </a:solidFill>
                <a:latin typeface="Arial"/>
                <a:ea typeface="Arial"/>
                <a:cs typeface="Arial"/>
              </a:rPr>
              <a:t>06 / 13     3:40–4:30</a:t>
            </a:r>
          </a:p>
        </p:txBody>
      </p:sp>
      <p:sp>
        <p:nvSpPr>
          <p:cNvPr id="5" name="">
            <a:extLst xmlns:a="http://schemas.openxmlformats.org/drawingml/2006/main">
              <a:ext uri="{FF2B5EF4-FFF2-40B4-BE49-F238E27FC236}">
                <a16:creationId xmlns:a16="http://schemas.microsoft.com/office/drawing/2014/main" id="{98C60704-A1A6-48E9-86EE-E216876EA0E5}"/>
              </a:ext>
            </a:extLst>
          </p:cNvPr>
          <p:cNvSpPr>
            <a:spLocks xmlns:a="http://schemas.openxmlformats.org/drawingml/2006/main" noGrp="1"/>
          </p:cNvSpPr>
          <p:nvPr/>
        </p:nvSpPr>
        <p:spPr>
          <a:xfrm xmlns:a="http://schemas.openxmlformats.org/drawingml/2006/main">
            <a:off x="533400" y="1619250"/>
            <a:ext cx="2914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84E3C"/>
                </a:solidFill>
                <a:latin typeface="Arial"/>
                <a:ea typeface="Arial"/>
                <a:cs typeface="Arial"/>
              </a:defRPr>
            </a:defPPr>
            <a:lvl1pPr>
              <a:buNone/>
              <a:defRPr sz="1800" b="1">
                <a:solidFill>
                  <a:srgbClr val="284E3C"/>
                </a:solidFill>
                <a:latin typeface="Arial"/>
                <a:ea typeface="Arial"/>
                <a:cs typeface="Arial"/>
              </a:defRPr>
            </a:lvl1pPr>
            <a:lvl2pPr>
              <a:buNone/>
              <a:defRPr sz="1800" b="1">
                <a:solidFill>
                  <a:srgbClr val="284E3C"/>
                </a:solidFill>
                <a:latin typeface="Arial"/>
                <a:ea typeface="Arial"/>
                <a:cs typeface="Arial"/>
              </a:defRPr>
            </a:lvl2pPr>
            <a:lvl3pPr>
              <a:buNone/>
              <a:defRPr sz="1800" b="1">
                <a:solidFill>
                  <a:srgbClr val="284E3C"/>
                </a:solidFill>
                <a:latin typeface="Arial"/>
                <a:ea typeface="Arial"/>
                <a:cs typeface="Arial"/>
              </a:defRPr>
            </a:lvl3pPr>
            <a:lvl4pPr>
              <a:buNone/>
              <a:defRPr sz="1800" b="1">
                <a:solidFill>
                  <a:srgbClr val="284E3C"/>
                </a:solidFill>
                <a:latin typeface="Arial"/>
                <a:ea typeface="Arial"/>
                <a:cs typeface="Arial"/>
              </a:defRPr>
            </a:lvl4pPr>
            <a:lvl5pPr>
              <a:buNone/>
              <a:defRPr sz="1800" b="1">
                <a:solidFill>
                  <a:srgbClr val="284E3C"/>
                </a:solidFill>
                <a:latin typeface="Arial"/>
                <a:ea typeface="Arial"/>
                <a:cs typeface="Arial"/>
              </a:defRPr>
            </a:lvl5pPr>
            <a:lvl6pPr>
              <a:buNone/>
              <a:defRPr sz="1800" b="1">
                <a:solidFill>
                  <a:srgbClr val="284E3C"/>
                </a:solidFill>
                <a:latin typeface="Arial"/>
                <a:ea typeface="Arial"/>
                <a:cs typeface="Arial"/>
              </a:defRPr>
            </a:lvl6pPr>
            <a:lvl7pPr>
              <a:buNone/>
              <a:defRPr sz="1800" b="1">
                <a:solidFill>
                  <a:srgbClr val="284E3C"/>
                </a:solidFill>
                <a:latin typeface="Arial"/>
                <a:ea typeface="Arial"/>
                <a:cs typeface="Arial"/>
              </a:defRPr>
            </a:lvl7pPr>
            <a:lvl8pPr>
              <a:buNone/>
              <a:defRPr sz="1800" b="1">
                <a:solidFill>
                  <a:srgbClr val="284E3C"/>
                </a:solidFill>
                <a:latin typeface="Arial"/>
                <a:ea typeface="Arial"/>
                <a:cs typeface="Arial"/>
              </a:defRPr>
            </a:lvl8pPr>
            <a:lvl9pPr>
              <a:buNone/>
              <a:defRPr sz="1800" b="1">
                <a:solidFill>
                  <a:srgbClr val="284E3C"/>
                </a:solidFill>
                <a:latin typeface="Arial"/>
                <a:ea typeface="Arial"/>
                <a:cs typeface="Arial"/>
              </a:defRPr>
            </a:lvl9pPr>
          </a:lstStyle>
          <a:p xmlns:a="http://schemas.openxmlformats.org/drawingml/2006/main">
            <a:pPr>
              <a:buNone/>
              <a:defRPr sz="1800" b="1">
                <a:solidFill>
                  <a:srgbClr val="284E3C"/>
                </a:solidFill>
                <a:latin typeface="Arial"/>
                <a:ea typeface="Arial"/>
                <a:cs typeface="Arial"/>
              </a:defRPr>
            </a:pPr>
            <a:r>
              <a:rPr sz="1800" b="1">
                <a:solidFill>
                  <a:srgbClr val="284E3C"/>
                </a:solidFill>
                <a:latin typeface="Arial"/>
                <a:ea typeface="Arial"/>
                <a:cs typeface="Arial"/>
              </a:rPr>
              <a:t>A compact basket</a:t>
            </a:r>
          </a:p>
        </p:txBody>
      </p:sp>
      <p:sp>
        <p:nvSpPr>
          <p:cNvPr id="6" name="">
            <a:extLst xmlns:a="http://schemas.openxmlformats.org/drawingml/2006/main">
              <a:ext uri="{FF2B5EF4-FFF2-40B4-BE49-F238E27FC236}">
                <a16:creationId xmlns:a16="http://schemas.microsoft.com/office/drawing/2014/main" id="{D55EF0FE-2560-4E02-9CA1-6734078C1354}"/>
              </a:ext>
            </a:extLst>
          </p:cNvPr>
          <p:cNvSpPr>
            <a:spLocks xmlns:a="http://schemas.openxmlformats.org/drawingml/2006/main" noGrp="1"/>
          </p:cNvSpPr>
          <p:nvPr/>
        </p:nvSpPr>
        <p:spPr>
          <a:xfrm xmlns:a="http://schemas.openxmlformats.org/drawingml/2006/main">
            <a:off x="533400" y="2028825"/>
            <a:ext cx="2914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B6758"/>
                </a:solidFill>
                <a:latin typeface="Arial"/>
                <a:ea typeface="Arial"/>
                <a:cs typeface="Arial"/>
              </a:defRPr>
            </a:defPPr>
            <a:lvl1pPr>
              <a:buNone/>
              <a:defRPr sz="1425" b="0">
                <a:solidFill>
                  <a:srgbClr val="5B6758"/>
                </a:solidFill>
                <a:latin typeface="Arial"/>
                <a:ea typeface="Arial"/>
                <a:cs typeface="Arial"/>
              </a:defRPr>
            </a:lvl1pPr>
            <a:lvl2pPr>
              <a:buNone/>
              <a:defRPr sz="1425" b="0">
                <a:solidFill>
                  <a:srgbClr val="5B6758"/>
                </a:solidFill>
                <a:latin typeface="Arial"/>
                <a:ea typeface="Arial"/>
                <a:cs typeface="Arial"/>
              </a:defRPr>
            </a:lvl2pPr>
            <a:lvl3pPr>
              <a:buNone/>
              <a:defRPr sz="1425" b="0">
                <a:solidFill>
                  <a:srgbClr val="5B6758"/>
                </a:solidFill>
                <a:latin typeface="Arial"/>
                <a:ea typeface="Arial"/>
                <a:cs typeface="Arial"/>
              </a:defRPr>
            </a:lvl3pPr>
            <a:lvl4pPr>
              <a:buNone/>
              <a:defRPr sz="1425" b="0">
                <a:solidFill>
                  <a:srgbClr val="5B6758"/>
                </a:solidFill>
                <a:latin typeface="Arial"/>
                <a:ea typeface="Arial"/>
                <a:cs typeface="Arial"/>
              </a:defRPr>
            </a:lvl4pPr>
            <a:lvl5pPr>
              <a:buNone/>
              <a:defRPr sz="1425" b="0">
                <a:solidFill>
                  <a:srgbClr val="5B6758"/>
                </a:solidFill>
                <a:latin typeface="Arial"/>
                <a:ea typeface="Arial"/>
                <a:cs typeface="Arial"/>
              </a:defRPr>
            </a:lvl5pPr>
            <a:lvl6pPr>
              <a:buNone/>
              <a:defRPr sz="1425" b="0">
                <a:solidFill>
                  <a:srgbClr val="5B6758"/>
                </a:solidFill>
                <a:latin typeface="Arial"/>
                <a:ea typeface="Arial"/>
                <a:cs typeface="Arial"/>
              </a:defRPr>
            </a:lvl6pPr>
            <a:lvl7pPr>
              <a:buNone/>
              <a:defRPr sz="1425" b="0">
                <a:solidFill>
                  <a:srgbClr val="5B6758"/>
                </a:solidFill>
                <a:latin typeface="Arial"/>
                <a:ea typeface="Arial"/>
                <a:cs typeface="Arial"/>
              </a:defRPr>
            </a:lvl7pPr>
            <a:lvl8pPr>
              <a:buNone/>
              <a:defRPr sz="1425" b="0">
                <a:solidFill>
                  <a:srgbClr val="5B6758"/>
                </a:solidFill>
                <a:latin typeface="Arial"/>
                <a:ea typeface="Arial"/>
                <a:cs typeface="Arial"/>
              </a:defRPr>
            </a:lvl8pPr>
            <a:lvl9pPr>
              <a:buNone/>
              <a:defRPr sz="1425" b="0">
                <a:solidFill>
                  <a:srgbClr val="5B6758"/>
                </a:solidFill>
                <a:latin typeface="Arial"/>
                <a:ea typeface="Arial"/>
                <a:cs typeface="Arial"/>
              </a:defRPr>
            </a:lvl9pPr>
          </a:lstStyle>
          <a:p xmlns:a="http://schemas.openxmlformats.org/drawingml/2006/main">
            <a:pPr>
              <a:buNone/>
              <a:defRPr sz="1425" b="0">
                <a:solidFill>
                  <a:srgbClr val="5B6758"/>
                </a:solidFill>
                <a:latin typeface="Arial"/>
                <a:ea typeface="Arial"/>
                <a:cs typeface="Arial"/>
              </a:defRPr>
            </a:pPr>
            <a:r>
              <a:rPr sz="1425" b="0">
                <a:solidFill>
                  <a:srgbClr val="5B6758"/>
                </a:solidFill>
                <a:latin typeface="Arial"/>
                <a:ea typeface="Arial"/>
                <a:cs typeface="Arial"/>
              </a:rPr>
              <a:t>Three visible items; the full list opens in a popup</a:t>
            </a:r>
          </a:p>
        </p:txBody>
      </p:sp>
      <p:sp>
        <p:nvSpPr>
          <p:cNvPr id="7" name="">
            <a:extLst xmlns:a="http://schemas.openxmlformats.org/drawingml/2006/main">
              <a:ext uri="{FF2B5EF4-FFF2-40B4-BE49-F238E27FC236}">
                <a16:creationId xmlns:a16="http://schemas.microsoft.com/office/drawing/2014/main" id="{D631ABFF-670C-443F-956A-A389C075FB48}"/>
              </a:ext>
            </a:extLst>
          </p:cNvPr>
          <p:cNvSpPr>
            <a:spLocks xmlns:a="http://schemas.openxmlformats.org/drawingml/2006/main" noGrp="1"/>
          </p:cNvSpPr>
          <p:nvPr/>
        </p:nvSpPr>
        <p:spPr>
          <a:xfrm xmlns:a="http://schemas.openxmlformats.org/drawingml/2006/main">
            <a:off x="533400" y="3114675"/>
            <a:ext cx="2914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84E3C"/>
                </a:solidFill>
                <a:latin typeface="Arial"/>
                <a:ea typeface="Arial"/>
                <a:cs typeface="Arial"/>
              </a:defRPr>
            </a:defPPr>
            <a:lvl1pPr>
              <a:buNone/>
              <a:defRPr sz="1800" b="1">
                <a:solidFill>
                  <a:srgbClr val="284E3C"/>
                </a:solidFill>
                <a:latin typeface="Arial"/>
                <a:ea typeface="Arial"/>
                <a:cs typeface="Arial"/>
              </a:defRPr>
            </a:lvl1pPr>
            <a:lvl2pPr>
              <a:buNone/>
              <a:defRPr sz="1800" b="1">
                <a:solidFill>
                  <a:srgbClr val="284E3C"/>
                </a:solidFill>
                <a:latin typeface="Arial"/>
                <a:ea typeface="Arial"/>
                <a:cs typeface="Arial"/>
              </a:defRPr>
            </a:lvl2pPr>
            <a:lvl3pPr>
              <a:buNone/>
              <a:defRPr sz="1800" b="1">
                <a:solidFill>
                  <a:srgbClr val="284E3C"/>
                </a:solidFill>
                <a:latin typeface="Arial"/>
                <a:ea typeface="Arial"/>
                <a:cs typeface="Arial"/>
              </a:defRPr>
            </a:lvl3pPr>
            <a:lvl4pPr>
              <a:buNone/>
              <a:defRPr sz="1800" b="1">
                <a:solidFill>
                  <a:srgbClr val="284E3C"/>
                </a:solidFill>
                <a:latin typeface="Arial"/>
                <a:ea typeface="Arial"/>
                <a:cs typeface="Arial"/>
              </a:defRPr>
            </a:lvl4pPr>
            <a:lvl5pPr>
              <a:buNone/>
              <a:defRPr sz="1800" b="1">
                <a:solidFill>
                  <a:srgbClr val="284E3C"/>
                </a:solidFill>
                <a:latin typeface="Arial"/>
                <a:ea typeface="Arial"/>
                <a:cs typeface="Arial"/>
              </a:defRPr>
            </a:lvl5pPr>
            <a:lvl6pPr>
              <a:buNone/>
              <a:defRPr sz="1800" b="1">
                <a:solidFill>
                  <a:srgbClr val="284E3C"/>
                </a:solidFill>
                <a:latin typeface="Arial"/>
                <a:ea typeface="Arial"/>
                <a:cs typeface="Arial"/>
              </a:defRPr>
            </a:lvl6pPr>
            <a:lvl7pPr>
              <a:buNone/>
              <a:defRPr sz="1800" b="1">
                <a:solidFill>
                  <a:srgbClr val="284E3C"/>
                </a:solidFill>
                <a:latin typeface="Arial"/>
                <a:ea typeface="Arial"/>
                <a:cs typeface="Arial"/>
              </a:defRPr>
            </a:lvl7pPr>
            <a:lvl8pPr>
              <a:buNone/>
              <a:defRPr sz="1800" b="1">
                <a:solidFill>
                  <a:srgbClr val="284E3C"/>
                </a:solidFill>
                <a:latin typeface="Arial"/>
                <a:ea typeface="Arial"/>
                <a:cs typeface="Arial"/>
              </a:defRPr>
            </a:lvl8pPr>
            <a:lvl9pPr>
              <a:buNone/>
              <a:defRPr sz="1800" b="1">
                <a:solidFill>
                  <a:srgbClr val="284E3C"/>
                </a:solidFill>
                <a:latin typeface="Arial"/>
                <a:ea typeface="Arial"/>
                <a:cs typeface="Arial"/>
              </a:defRPr>
            </a:lvl9pPr>
          </a:lstStyle>
          <a:p xmlns:a="http://schemas.openxmlformats.org/drawingml/2006/main">
            <a:pPr>
              <a:buNone/>
              <a:defRPr sz="1800" b="1">
                <a:solidFill>
                  <a:srgbClr val="284E3C"/>
                </a:solidFill>
                <a:latin typeface="Arial"/>
                <a:ea typeface="Arial"/>
                <a:cs typeface="Arial"/>
              </a:defRPr>
            </a:pPr>
            <a:r>
              <a:rPr sz="1800" b="1">
                <a:solidFill>
                  <a:srgbClr val="284E3C"/>
                </a:solidFill>
                <a:latin typeface="Arial"/>
                <a:ea typeface="Arial"/>
                <a:cs typeface="Arial"/>
              </a:rPr>
              <a:t>Review before sending</a:t>
            </a:r>
          </a:p>
        </p:txBody>
      </p:sp>
      <p:sp>
        <p:nvSpPr>
          <p:cNvPr id="8" name="">
            <a:extLst xmlns:a="http://schemas.openxmlformats.org/drawingml/2006/main">
              <a:ext uri="{FF2B5EF4-FFF2-40B4-BE49-F238E27FC236}">
                <a16:creationId xmlns:a16="http://schemas.microsoft.com/office/drawing/2014/main" id="{B736CE2C-7F9E-40BB-8FAF-A06F47F53B59}"/>
              </a:ext>
            </a:extLst>
          </p:cNvPr>
          <p:cNvSpPr>
            <a:spLocks xmlns:a="http://schemas.openxmlformats.org/drawingml/2006/main" noGrp="1"/>
          </p:cNvSpPr>
          <p:nvPr/>
        </p:nvSpPr>
        <p:spPr>
          <a:xfrm xmlns:a="http://schemas.openxmlformats.org/drawingml/2006/main">
            <a:off x="533400" y="3524250"/>
            <a:ext cx="2914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B6758"/>
                </a:solidFill>
                <a:latin typeface="Arial"/>
                <a:ea typeface="Arial"/>
                <a:cs typeface="Arial"/>
              </a:defRPr>
            </a:defPPr>
            <a:lvl1pPr>
              <a:buNone/>
              <a:defRPr sz="1425" b="0">
                <a:solidFill>
                  <a:srgbClr val="5B6758"/>
                </a:solidFill>
                <a:latin typeface="Arial"/>
                <a:ea typeface="Arial"/>
                <a:cs typeface="Arial"/>
              </a:defRPr>
            </a:lvl1pPr>
            <a:lvl2pPr>
              <a:buNone/>
              <a:defRPr sz="1425" b="0">
                <a:solidFill>
                  <a:srgbClr val="5B6758"/>
                </a:solidFill>
                <a:latin typeface="Arial"/>
                <a:ea typeface="Arial"/>
                <a:cs typeface="Arial"/>
              </a:defRPr>
            </a:lvl2pPr>
            <a:lvl3pPr>
              <a:buNone/>
              <a:defRPr sz="1425" b="0">
                <a:solidFill>
                  <a:srgbClr val="5B6758"/>
                </a:solidFill>
                <a:latin typeface="Arial"/>
                <a:ea typeface="Arial"/>
                <a:cs typeface="Arial"/>
              </a:defRPr>
            </a:lvl3pPr>
            <a:lvl4pPr>
              <a:buNone/>
              <a:defRPr sz="1425" b="0">
                <a:solidFill>
                  <a:srgbClr val="5B6758"/>
                </a:solidFill>
                <a:latin typeface="Arial"/>
                <a:ea typeface="Arial"/>
                <a:cs typeface="Arial"/>
              </a:defRPr>
            </a:lvl4pPr>
            <a:lvl5pPr>
              <a:buNone/>
              <a:defRPr sz="1425" b="0">
                <a:solidFill>
                  <a:srgbClr val="5B6758"/>
                </a:solidFill>
                <a:latin typeface="Arial"/>
                <a:ea typeface="Arial"/>
                <a:cs typeface="Arial"/>
              </a:defRPr>
            </a:lvl5pPr>
            <a:lvl6pPr>
              <a:buNone/>
              <a:defRPr sz="1425" b="0">
                <a:solidFill>
                  <a:srgbClr val="5B6758"/>
                </a:solidFill>
                <a:latin typeface="Arial"/>
                <a:ea typeface="Arial"/>
                <a:cs typeface="Arial"/>
              </a:defRPr>
            </a:lvl6pPr>
            <a:lvl7pPr>
              <a:buNone/>
              <a:defRPr sz="1425" b="0">
                <a:solidFill>
                  <a:srgbClr val="5B6758"/>
                </a:solidFill>
                <a:latin typeface="Arial"/>
                <a:ea typeface="Arial"/>
                <a:cs typeface="Arial"/>
              </a:defRPr>
            </a:lvl7pPr>
            <a:lvl8pPr>
              <a:buNone/>
              <a:defRPr sz="1425" b="0">
                <a:solidFill>
                  <a:srgbClr val="5B6758"/>
                </a:solidFill>
                <a:latin typeface="Arial"/>
                <a:ea typeface="Arial"/>
                <a:cs typeface="Arial"/>
              </a:defRPr>
            </a:lvl8pPr>
            <a:lvl9pPr>
              <a:buNone/>
              <a:defRPr sz="1425" b="0">
                <a:solidFill>
                  <a:srgbClr val="5B6758"/>
                </a:solidFill>
                <a:latin typeface="Arial"/>
                <a:ea typeface="Arial"/>
                <a:cs typeface="Arial"/>
              </a:defRPr>
            </a:lvl9pPr>
          </a:lstStyle>
          <a:p xmlns:a="http://schemas.openxmlformats.org/drawingml/2006/main">
            <a:pPr>
              <a:buNone/>
              <a:defRPr sz="1425" b="0">
                <a:solidFill>
                  <a:srgbClr val="5B6758"/>
                </a:solidFill>
                <a:latin typeface="Arial"/>
                <a:ea typeface="Arial"/>
                <a:cs typeface="Arial"/>
              </a:defRPr>
            </a:pPr>
            <a:r>
              <a:rPr sz="1425" b="0">
                <a:solidFill>
                  <a:srgbClr val="5B6758"/>
                </a:solidFill>
                <a:latin typeface="Arial"/>
                <a:ea typeface="Arial"/>
                <a:cs typeface="Arial"/>
              </a:rPr>
              <a:t>Quantities and totals remain visible</a:t>
            </a:r>
          </a:p>
        </p:txBody>
      </p:sp>
      <p:sp>
        <p:nvSpPr>
          <p:cNvPr id="9" name="">
            <a:extLst xmlns:a="http://schemas.openxmlformats.org/drawingml/2006/main">
              <a:ext uri="{FF2B5EF4-FFF2-40B4-BE49-F238E27FC236}">
                <a16:creationId xmlns:a16="http://schemas.microsoft.com/office/drawing/2014/main" id="{81BF1C37-66CE-4736-A4C6-F2EF0414CE27}"/>
              </a:ext>
            </a:extLst>
          </p:cNvPr>
          <p:cNvSpPr>
            <a:spLocks xmlns:a="http://schemas.openxmlformats.org/drawingml/2006/main" noGrp="1"/>
          </p:cNvSpPr>
          <p:nvPr/>
        </p:nvSpPr>
        <p:spPr>
          <a:xfrm xmlns:a="http://schemas.openxmlformats.org/drawingml/2006/main">
            <a:off x="533400" y="4610100"/>
            <a:ext cx="2914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84E3C"/>
                </a:solidFill>
                <a:latin typeface="Arial"/>
                <a:ea typeface="Arial"/>
                <a:cs typeface="Arial"/>
              </a:defRPr>
            </a:defPPr>
            <a:lvl1pPr>
              <a:buNone/>
              <a:defRPr sz="1800" b="1">
                <a:solidFill>
                  <a:srgbClr val="284E3C"/>
                </a:solidFill>
                <a:latin typeface="Arial"/>
                <a:ea typeface="Arial"/>
                <a:cs typeface="Arial"/>
              </a:defRPr>
            </a:lvl1pPr>
            <a:lvl2pPr>
              <a:buNone/>
              <a:defRPr sz="1800" b="1">
                <a:solidFill>
                  <a:srgbClr val="284E3C"/>
                </a:solidFill>
                <a:latin typeface="Arial"/>
                <a:ea typeface="Arial"/>
                <a:cs typeface="Arial"/>
              </a:defRPr>
            </a:lvl2pPr>
            <a:lvl3pPr>
              <a:buNone/>
              <a:defRPr sz="1800" b="1">
                <a:solidFill>
                  <a:srgbClr val="284E3C"/>
                </a:solidFill>
                <a:latin typeface="Arial"/>
                <a:ea typeface="Arial"/>
                <a:cs typeface="Arial"/>
              </a:defRPr>
            </a:lvl3pPr>
            <a:lvl4pPr>
              <a:buNone/>
              <a:defRPr sz="1800" b="1">
                <a:solidFill>
                  <a:srgbClr val="284E3C"/>
                </a:solidFill>
                <a:latin typeface="Arial"/>
                <a:ea typeface="Arial"/>
                <a:cs typeface="Arial"/>
              </a:defRPr>
            </a:lvl4pPr>
            <a:lvl5pPr>
              <a:buNone/>
              <a:defRPr sz="1800" b="1">
                <a:solidFill>
                  <a:srgbClr val="284E3C"/>
                </a:solidFill>
                <a:latin typeface="Arial"/>
                <a:ea typeface="Arial"/>
                <a:cs typeface="Arial"/>
              </a:defRPr>
            </a:lvl5pPr>
            <a:lvl6pPr>
              <a:buNone/>
              <a:defRPr sz="1800" b="1">
                <a:solidFill>
                  <a:srgbClr val="284E3C"/>
                </a:solidFill>
                <a:latin typeface="Arial"/>
                <a:ea typeface="Arial"/>
                <a:cs typeface="Arial"/>
              </a:defRPr>
            </a:lvl6pPr>
            <a:lvl7pPr>
              <a:buNone/>
              <a:defRPr sz="1800" b="1">
                <a:solidFill>
                  <a:srgbClr val="284E3C"/>
                </a:solidFill>
                <a:latin typeface="Arial"/>
                <a:ea typeface="Arial"/>
                <a:cs typeface="Arial"/>
              </a:defRPr>
            </a:lvl7pPr>
            <a:lvl8pPr>
              <a:buNone/>
              <a:defRPr sz="1800" b="1">
                <a:solidFill>
                  <a:srgbClr val="284E3C"/>
                </a:solidFill>
                <a:latin typeface="Arial"/>
                <a:ea typeface="Arial"/>
                <a:cs typeface="Arial"/>
              </a:defRPr>
            </a:lvl8pPr>
            <a:lvl9pPr>
              <a:buNone/>
              <a:defRPr sz="1800" b="1">
                <a:solidFill>
                  <a:srgbClr val="284E3C"/>
                </a:solidFill>
                <a:latin typeface="Arial"/>
                <a:ea typeface="Arial"/>
                <a:cs typeface="Arial"/>
              </a:defRPr>
            </a:lvl9pPr>
          </a:lstStyle>
          <a:p xmlns:a="http://schemas.openxmlformats.org/drawingml/2006/main">
            <a:pPr>
              <a:buNone/>
              <a:defRPr sz="1800" b="1">
                <a:solidFill>
                  <a:srgbClr val="284E3C"/>
                </a:solidFill>
                <a:latin typeface="Arial"/>
                <a:ea typeface="Arial"/>
                <a:cs typeface="Arial"/>
              </a:defRPr>
            </a:pPr>
            <a:r>
              <a:rPr sz="1800" b="1">
                <a:solidFill>
                  <a:srgbClr val="284E3C"/>
                </a:solidFill>
                <a:latin typeface="Arial"/>
                <a:ea typeface="Arial"/>
                <a:cs typeface="Arial"/>
              </a:rPr>
              <a:t>Confirmation request</a:t>
            </a:r>
          </a:p>
        </p:txBody>
      </p:sp>
      <p:sp>
        <p:nvSpPr>
          <p:cNvPr id="10" name="">
            <a:extLst xmlns:a="http://schemas.openxmlformats.org/drawingml/2006/main">
              <a:ext uri="{FF2B5EF4-FFF2-40B4-BE49-F238E27FC236}">
                <a16:creationId xmlns:a16="http://schemas.microsoft.com/office/drawing/2014/main" id="{F4B6270E-FEC4-4343-A0F3-A419D77B7260}"/>
              </a:ext>
            </a:extLst>
          </p:cNvPr>
          <p:cNvSpPr>
            <a:spLocks xmlns:a="http://schemas.openxmlformats.org/drawingml/2006/main" noGrp="1"/>
          </p:cNvSpPr>
          <p:nvPr/>
        </p:nvSpPr>
        <p:spPr>
          <a:xfrm xmlns:a="http://schemas.openxmlformats.org/drawingml/2006/main">
            <a:off x="533400" y="5019675"/>
            <a:ext cx="2914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B6758"/>
                </a:solidFill>
                <a:latin typeface="Arial"/>
                <a:ea typeface="Arial"/>
                <a:cs typeface="Arial"/>
              </a:defRPr>
            </a:defPPr>
            <a:lvl1pPr>
              <a:buNone/>
              <a:defRPr sz="1425" b="0">
                <a:solidFill>
                  <a:srgbClr val="5B6758"/>
                </a:solidFill>
                <a:latin typeface="Arial"/>
                <a:ea typeface="Arial"/>
                <a:cs typeface="Arial"/>
              </a:defRPr>
            </a:lvl1pPr>
            <a:lvl2pPr>
              <a:buNone/>
              <a:defRPr sz="1425" b="0">
                <a:solidFill>
                  <a:srgbClr val="5B6758"/>
                </a:solidFill>
                <a:latin typeface="Arial"/>
                <a:ea typeface="Arial"/>
                <a:cs typeface="Arial"/>
              </a:defRPr>
            </a:lvl2pPr>
            <a:lvl3pPr>
              <a:buNone/>
              <a:defRPr sz="1425" b="0">
                <a:solidFill>
                  <a:srgbClr val="5B6758"/>
                </a:solidFill>
                <a:latin typeface="Arial"/>
                <a:ea typeface="Arial"/>
                <a:cs typeface="Arial"/>
              </a:defRPr>
            </a:lvl3pPr>
            <a:lvl4pPr>
              <a:buNone/>
              <a:defRPr sz="1425" b="0">
                <a:solidFill>
                  <a:srgbClr val="5B6758"/>
                </a:solidFill>
                <a:latin typeface="Arial"/>
                <a:ea typeface="Arial"/>
                <a:cs typeface="Arial"/>
              </a:defRPr>
            </a:lvl4pPr>
            <a:lvl5pPr>
              <a:buNone/>
              <a:defRPr sz="1425" b="0">
                <a:solidFill>
                  <a:srgbClr val="5B6758"/>
                </a:solidFill>
                <a:latin typeface="Arial"/>
                <a:ea typeface="Arial"/>
                <a:cs typeface="Arial"/>
              </a:defRPr>
            </a:lvl5pPr>
            <a:lvl6pPr>
              <a:buNone/>
              <a:defRPr sz="1425" b="0">
                <a:solidFill>
                  <a:srgbClr val="5B6758"/>
                </a:solidFill>
                <a:latin typeface="Arial"/>
                <a:ea typeface="Arial"/>
                <a:cs typeface="Arial"/>
              </a:defRPr>
            </a:lvl6pPr>
            <a:lvl7pPr>
              <a:buNone/>
              <a:defRPr sz="1425" b="0">
                <a:solidFill>
                  <a:srgbClr val="5B6758"/>
                </a:solidFill>
                <a:latin typeface="Arial"/>
                <a:ea typeface="Arial"/>
                <a:cs typeface="Arial"/>
              </a:defRPr>
            </a:lvl7pPr>
            <a:lvl8pPr>
              <a:buNone/>
              <a:defRPr sz="1425" b="0">
                <a:solidFill>
                  <a:srgbClr val="5B6758"/>
                </a:solidFill>
                <a:latin typeface="Arial"/>
                <a:ea typeface="Arial"/>
                <a:cs typeface="Arial"/>
              </a:defRPr>
            </a:lvl8pPr>
            <a:lvl9pPr>
              <a:buNone/>
              <a:defRPr sz="1425" b="0">
                <a:solidFill>
                  <a:srgbClr val="5B6758"/>
                </a:solidFill>
                <a:latin typeface="Arial"/>
                <a:ea typeface="Arial"/>
                <a:cs typeface="Arial"/>
              </a:defRPr>
            </a:lvl9pPr>
          </a:lstStyle>
          <a:p xmlns:a="http://schemas.openxmlformats.org/drawingml/2006/main">
            <a:pPr>
              <a:buNone/>
              <a:defRPr sz="1425" b="0">
                <a:solidFill>
                  <a:srgbClr val="5B6758"/>
                </a:solidFill>
                <a:latin typeface="Arial"/>
                <a:ea typeface="Arial"/>
                <a:cs typeface="Arial"/>
              </a:defRPr>
            </a:pPr>
            <a:r>
              <a:rPr sz="1425" b="0">
                <a:solidFill>
                  <a:srgbClr val="5B6758"/>
                </a:solidFill>
                <a:latin typeface="Arial"/>
                <a:ea typeface="Arial"/>
                <a:cs typeface="Arial"/>
              </a:rPr>
              <a:t>Delivery and payment require later approval</a:t>
            </a:r>
          </a:p>
        </p:txBody>
      </p:sp>
      <p:sp>
        <p:nvSpPr>
          <p:cNvPr id="11" name="">
            <a:extLst xmlns:a="http://schemas.openxmlformats.org/drawingml/2006/main">
              <a:ext uri="{FF2B5EF4-FFF2-40B4-BE49-F238E27FC236}">
                <a16:creationId xmlns:a16="http://schemas.microsoft.com/office/drawing/2014/main" id="{7EFA4556-BCD3-4092-95F5-D72F7E8425FE}"/>
              </a:ext>
            </a:extLst>
          </p:cNvPr>
          <p:cNvSpPr>
            <a:spLocks xmlns:a="http://schemas.openxmlformats.org/drawingml/2006/main" noGrp="1"/>
          </p:cNvSpPr>
          <p:nvPr/>
        </p:nvSpPr>
        <p:spPr>
          <a:xfrm xmlns:a="http://schemas.openxmlformats.org/drawingml/2006/main">
            <a:off x="3914775" y="1466850"/>
            <a:ext cx="7639050" cy="4781550"/>
          </a:xfrm>
          <a:prstGeom xmlns:a="http://schemas.openxmlformats.org/drawingml/2006/main" prst="roundRect">
            <a:avLst>
              <a:gd name="adj" fmla="val 1594"/>
            </a:avLst>
          </a:prstGeom>
          <a:solidFill xmlns:a="http://schemas.openxmlformats.org/drawingml/2006/main">
            <a:srgbClr val="FFFFFF"/>
          </a:solidFill>
          <a:ln xmlns:a="http://schemas.openxmlformats.org/drawingml/2006/main" w="9525">
            <a:solidFill>
              <a:srgbClr val="BBC8B3"/>
            </a:solidFill>
          </a:ln>
        </p:spPr>
      </p:sp>
      <p:pic>
        <p:nvPicPr>
          <p:cNvPr id="12" name="">
            <a:extLst xmlns:a="http://schemas.openxmlformats.org/drawingml/2006/main">
              <a:ext uri="{FF2B5EF4-FFF2-40B4-BE49-F238E27FC236}">
                <a16:creationId xmlns:a16="http://schemas.microsoft.com/office/drawing/2014/main" id="{DEDE4304-67A9-47FA-829B-4967B2996108}"/>
              </a:ext>
            </a:extLst>
          </p:cNvPr>
          <p:cNvPicPr>
            <a:picLocks xmlns:a="http://schemas.openxmlformats.org/drawingml/2006/main" noChangeAspect="1"/>
          </p:cNvPicPr>
          <p:nvPr/>
        </p:nvPicPr>
        <p:blipFill>
          <a:blip xmlns:r="http://schemas.openxmlformats.org/officeDocument/2006/relationships" xmlns:a="http://schemas.openxmlformats.org/drawingml/2006/main" r:embed="R6e122936dfc54c52"/>
          <a:stretch xmlns:a="http://schemas.openxmlformats.org/drawingml/2006/main"/>
        </p:blipFill>
        <p:spPr>
          <a:xfrm xmlns:a="http://schemas.openxmlformats.org/drawingml/2006/main">
            <a:off x="3924300" y="1734720"/>
            <a:ext cx="7620000" cy="4245811"/>
          </a:xfrm>
          <a:prstGeom xmlns:a="http://schemas.openxmlformats.org/drawingml/2006/main" prst="rect">
            <a:avLst/>
          </a:prstGeom>
        </p:spPr>
      </p:pic>
    </p:spTree>
    <p:extLst>
      <p:ext uri="{BB962C8B-B14F-4D97-AF65-F5344CB8AC3E}">
        <p14:creationId xmlns:p14="http://schemas.microsoft.com/office/powerpoint/2010/main" val="1279392679"/>
      </p:ext>
    </p:extLst>
  </p:cSld>
</p:sld>
</file>

<file path=ppt/slides/slide7.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A7F2087-8870-4D14-8939-E233781E6947}"/>
              </a:ext>
            </a:extLst>
          </p:cNvPr>
          <p:cNvSpPr>
            <a:spLocks xmlns:a="http://schemas.openxmlformats.org/drawingml/2006/main" noGrp="1"/>
          </p:cNvSpPr>
          <p:nvPr/>
        </p:nvSpPr>
        <p:spPr>
          <a:xfrm xmlns:a="http://schemas.openxmlformats.org/drawingml/2006/main">
            <a:off x="533400" y="400050"/>
            <a:ext cx="111252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284E3C"/>
                </a:solidFill>
                <a:latin typeface="Arial"/>
                <a:ea typeface="Arial"/>
                <a:cs typeface="Arial"/>
              </a:defRPr>
            </a:defPPr>
            <a:lvl1pPr>
              <a:buNone/>
              <a:defRPr sz="2850" b="1">
                <a:solidFill>
                  <a:srgbClr val="284E3C"/>
                </a:solidFill>
                <a:latin typeface="Arial"/>
                <a:ea typeface="Arial"/>
                <a:cs typeface="Arial"/>
              </a:defRPr>
            </a:lvl1pPr>
            <a:lvl2pPr>
              <a:buNone/>
              <a:defRPr sz="2850" b="1">
                <a:solidFill>
                  <a:srgbClr val="284E3C"/>
                </a:solidFill>
                <a:latin typeface="Arial"/>
                <a:ea typeface="Arial"/>
                <a:cs typeface="Arial"/>
              </a:defRPr>
            </a:lvl2pPr>
            <a:lvl3pPr>
              <a:buNone/>
              <a:defRPr sz="2850" b="1">
                <a:solidFill>
                  <a:srgbClr val="284E3C"/>
                </a:solidFill>
                <a:latin typeface="Arial"/>
                <a:ea typeface="Arial"/>
                <a:cs typeface="Arial"/>
              </a:defRPr>
            </a:lvl3pPr>
            <a:lvl4pPr>
              <a:buNone/>
              <a:defRPr sz="2850" b="1">
                <a:solidFill>
                  <a:srgbClr val="284E3C"/>
                </a:solidFill>
                <a:latin typeface="Arial"/>
                <a:ea typeface="Arial"/>
                <a:cs typeface="Arial"/>
              </a:defRPr>
            </a:lvl4pPr>
            <a:lvl5pPr>
              <a:buNone/>
              <a:defRPr sz="2850" b="1">
                <a:solidFill>
                  <a:srgbClr val="284E3C"/>
                </a:solidFill>
                <a:latin typeface="Arial"/>
                <a:ea typeface="Arial"/>
                <a:cs typeface="Arial"/>
              </a:defRPr>
            </a:lvl5pPr>
            <a:lvl6pPr>
              <a:buNone/>
              <a:defRPr sz="2850" b="1">
                <a:solidFill>
                  <a:srgbClr val="284E3C"/>
                </a:solidFill>
                <a:latin typeface="Arial"/>
                <a:ea typeface="Arial"/>
                <a:cs typeface="Arial"/>
              </a:defRPr>
            </a:lvl6pPr>
            <a:lvl7pPr>
              <a:buNone/>
              <a:defRPr sz="2850" b="1">
                <a:solidFill>
                  <a:srgbClr val="284E3C"/>
                </a:solidFill>
                <a:latin typeface="Arial"/>
                <a:ea typeface="Arial"/>
                <a:cs typeface="Arial"/>
              </a:defRPr>
            </a:lvl7pPr>
            <a:lvl8pPr>
              <a:buNone/>
              <a:defRPr sz="2850" b="1">
                <a:solidFill>
                  <a:srgbClr val="284E3C"/>
                </a:solidFill>
                <a:latin typeface="Arial"/>
                <a:ea typeface="Arial"/>
                <a:cs typeface="Arial"/>
              </a:defRPr>
            </a:lvl8pPr>
            <a:lvl9pPr>
              <a:buNone/>
              <a:defRPr sz="2850" b="1">
                <a:solidFill>
                  <a:srgbClr val="284E3C"/>
                </a:solidFill>
                <a:latin typeface="Arial"/>
                <a:ea typeface="Arial"/>
                <a:cs typeface="Arial"/>
              </a:defRPr>
            </a:lvl9pPr>
          </a:lstStyle>
          <a:p xmlns:a="http://schemas.openxmlformats.org/drawingml/2006/main">
            <a:pPr>
              <a:buNone/>
              <a:defRPr sz="2850" b="1">
                <a:solidFill>
                  <a:srgbClr val="284E3C"/>
                </a:solidFill>
                <a:latin typeface="Arial"/>
                <a:ea typeface="Arial"/>
                <a:cs typeface="Arial"/>
              </a:defRPr>
            </a:pPr>
            <a:r>
              <a:rPr sz="2850" b="1">
                <a:solidFill>
                  <a:srgbClr val="284E3C"/>
                </a:solidFill>
                <a:latin typeface="Arial"/>
                <a:ea typeface="Arial"/>
                <a:cs typeface="Arial"/>
              </a:rPr>
              <a:t>The admin workspace</a:t>
            </a:r>
          </a:p>
        </p:txBody>
      </p:sp>
      <p:sp>
        <p:nvSpPr>
          <p:cNvPr id="2" name="">
            <a:extLst xmlns:a="http://schemas.openxmlformats.org/drawingml/2006/main">
              <a:ext uri="{FF2B5EF4-FFF2-40B4-BE49-F238E27FC236}">
                <a16:creationId xmlns:a16="http://schemas.microsoft.com/office/drawing/2014/main" id="{011F7039-D8D3-4650-8C4D-1E0A2FC64922}"/>
              </a:ext>
            </a:extLst>
          </p:cNvPr>
          <p:cNvSpPr>
            <a:spLocks xmlns:a="http://schemas.openxmlformats.org/drawingml/2006/main" noGrp="1"/>
          </p:cNvSpPr>
          <p:nvPr/>
        </p:nvSpPr>
        <p:spPr>
          <a:xfrm xmlns:a="http://schemas.openxmlformats.org/drawingml/2006/main">
            <a:off x="533400" y="6286500"/>
            <a:ext cx="11125200" cy="9525"/>
          </a:xfrm>
          <a:prstGeom xmlns:a="http://schemas.openxmlformats.org/drawingml/2006/main" prst="rect">
            <a:avLst/>
          </a:prstGeom>
          <a:solidFill xmlns:a="http://schemas.openxmlformats.org/drawingml/2006/main">
            <a:srgbClr val="BBC8B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8F34688-ABFD-4846-AA92-0BA9266A58AC}"/>
              </a:ext>
            </a:extLst>
          </p:cNvPr>
          <p:cNvSpPr>
            <a:spLocks xmlns:a="http://schemas.openxmlformats.org/drawingml/2006/main" noGrp="1"/>
          </p:cNvSpPr>
          <p:nvPr/>
        </p:nvSpPr>
        <p:spPr>
          <a:xfrm xmlns:a="http://schemas.openxmlformats.org/drawingml/2006/main">
            <a:off x="533400" y="6448425"/>
            <a:ext cx="323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1">
                <a:solidFill>
                  <a:srgbClr val="5B6758"/>
                </a:solidFill>
                <a:latin typeface="Arial"/>
                <a:ea typeface="Arial"/>
                <a:cs typeface="Arial"/>
              </a:defRPr>
            </a:defPPr>
            <a:lvl1pPr>
              <a:buNone/>
              <a:defRPr sz="900" b="1">
                <a:solidFill>
                  <a:srgbClr val="5B6758"/>
                </a:solidFill>
                <a:latin typeface="Arial"/>
                <a:ea typeface="Arial"/>
                <a:cs typeface="Arial"/>
              </a:defRPr>
            </a:lvl1pPr>
            <a:lvl2pPr>
              <a:buNone/>
              <a:defRPr sz="900" b="1">
                <a:solidFill>
                  <a:srgbClr val="5B6758"/>
                </a:solidFill>
                <a:latin typeface="Arial"/>
                <a:ea typeface="Arial"/>
                <a:cs typeface="Arial"/>
              </a:defRPr>
            </a:lvl2pPr>
            <a:lvl3pPr>
              <a:buNone/>
              <a:defRPr sz="900" b="1">
                <a:solidFill>
                  <a:srgbClr val="5B6758"/>
                </a:solidFill>
                <a:latin typeface="Arial"/>
                <a:ea typeface="Arial"/>
                <a:cs typeface="Arial"/>
              </a:defRPr>
            </a:lvl3pPr>
            <a:lvl4pPr>
              <a:buNone/>
              <a:defRPr sz="900" b="1">
                <a:solidFill>
                  <a:srgbClr val="5B6758"/>
                </a:solidFill>
                <a:latin typeface="Arial"/>
                <a:ea typeface="Arial"/>
                <a:cs typeface="Arial"/>
              </a:defRPr>
            </a:lvl4pPr>
            <a:lvl5pPr>
              <a:buNone/>
              <a:defRPr sz="900" b="1">
                <a:solidFill>
                  <a:srgbClr val="5B6758"/>
                </a:solidFill>
                <a:latin typeface="Arial"/>
                <a:ea typeface="Arial"/>
                <a:cs typeface="Arial"/>
              </a:defRPr>
            </a:lvl5pPr>
            <a:lvl6pPr>
              <a:buNone/>
              <a:defRPr sz="900" b="1">
                <a:solidFill>
                  <a:srgbClr val="5B6758"/>
                </a:solidFill>
                <a:latin typeface="Arial"/>
                <a:ea typeface="Arial"/>
                <a:cs typeface="Arial"/>
              </a:defRPr>
            </a:lvl6pPr>
            <a:lvl7pPr>
              <a:buNone/>
              <a:defRPr sz="900" b="1">
                <a:solidFill>
                  <a:srgbClr val="5B6758"/>
                </a:solidFill>
                <a:latin typeface="Arial"/>
                <a:ea typeface="Arial"/>
                <a:cs typeface="Arial"/>
              </a:defRPr>
            </a:lvl7pPr>
            <a:lvl8pPr>
              <a:buNone/>
              <a:defRPr sz="900" b="1">
                <a:solidFill>
                  <a:srgbClr val="5B6758"/>
                </a:solidFill>
                <a:latin typeface="Arial"/>
                <a:ea typeface="Arial"/>
                <a:cs typeface="Arial"/>
              </a:defRPr>
            </a:lvl8pPr>
            <a:lvl9pPr>
              <a:buNone/>
              <a:defRPr sz="900" b="1">
                <a:solidFill>
                  <a:srgbClr val="5B6758"/>
                </a:solidFill>
                <a:latin typeface="Arial"/>
                <a:ea typeface="Arial"/>
                <a:cs typeface="Arial"/>
              </a:defRPr>
            </a:lvl9pPr>
          </a:lstStyle>
          <a:p xmlns:a="http://schemas.openxmlformats.org/drawingml/2006/main">
            <a:pPr>
              <a:buNone/>
              <a:defRPr sz="900" b="1">
                <a:solidFill>
                  <a:srgbClr val="5B6758"/>
                </a:solidFill>
                <a:latin typeface="Arial"/>
                <a:ea typeface="Arial"/>
                <a:cs typeface="Arial"/>
              </a:defRPr>
            </a:pPr>
            <a:r>
              <a:rPr sz="900" b="1">
                <a:solidFill>
                  <a:srgbClr val="5B6758"/>
                </a:solidFill>
                <a:latin typeface="Arial"/>
                <a:ea typeface="Arial"/>
                <a:cs typeface="Arial"/>
              </a:rPr>
              <a:t>NABTA BOTANICAL</a:t>
            </a:r>
          </a:p>
        </p:txBody>
      </p:sp>
      <p:sp>
        <p:nvSpPr>
          <p:cNvPr id="4" name="">
            <a:extLst xmlns:a="http://schemas.openxmlformats.org/drawingml/2006/main">
              <a:ext uri="{FF2B5EF4-FFF2-40B4-BE49-F238E27FC236}">
                <a16:creationId xmlns:a16="http://schemas.microsoft.com/office/drawing/2014/main" id="{ED12F292-C710-4E7A-8421-71460F5FDBB7}"/>
              </a:ext>
            </a:extLst>
          </p:cNvPr>
          <p:cNvSpPr>
            <a:spLocks xmlns:a="http://schemas.openxmlformats.org/drawingml/2006/main" noGrp="1"/>
          </p:cNvSpPr>
          <p:nvPr/>
        </p:nvSpPr>
        <p:spPr>
          <a:xfrm xmlns:a="http://schemas.openxmlformats.org/drawingml/2006/main">
            <a:off x="9239250" y="6448425"/>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0">
                <a:solidFill>
                  <a:srgbClr val="5B6758"/>
                </a:solidFill>
                <a:latin typeface="Arial"/>
                <a:ea typeface="Arial"/>
                <a:cs typeface="Arial"/>
              </a:defRPr>
            </a:defPPr>
            <a:lvl1pPr>
              <a:buNone/>
              <a:defRPr sz="900" b="0">
                <a:solidFill>
                  <a:srgbClr val="5B6758"/>
                </a:solidFill>
                <a:latin typeface="Arial"/>
                <a:ea typeface="Arial"/>
                <a:cs typeface="Arial"/>
              </a:defRPr>
            </a:lvl1pPr>
            <a:lvl2pPr>
              <a:buNone/>
              <a:defRPr sz="900" b="0">
                <a:solidFill>
                  <a:srgbClr val="5B6758"/>
                </a:solidFill>
                <a:latin typeface="Arial"/>
                <a:ea typeface="Arial"/>
                <a:cs typeface="Arial"/>
              </a:defRPr>
            </a:lvl2pPr>
            <a:lvl3pPr>
              <a:buNone/>
              <a:defRPr sz="900" b="0">
                <a:solidFill>
                  <a:srgbClr val="5B6758"/>
                </a:solidFill>
                <a:latin typeface="Arial"/>
                <a:ea typeface="Arial"/>
                <a:cs typeface="Arial"/>
              </a:defRPr>
            </a:lvl3pPr>
            <a:lvl4pPr>
              <a:buNone/>
              <a:defRPr sz="900" b="0">
                <a:solidFill>
                  <a:srgbClr val="5B6758"/>
                </a:solidFill>
                <a:latin typeface="Arial"/>
                <a:ea typeface="Arial"/>
                <a:cs typeface="Arial"/>
              </a:defRPr>
            </a:lvl4pPr>
            <a:lvl5pPr>
              <a:buNone/>
              <a:defRPr sz="900" b="0">
                <a:solidFill>
                  <a:srgbClr val="5B6758"/>
                </a:solidFill>
                <a:latin typeface="Arial"/>
                <a:ea typeface="Arial"/>
                <a:cs typeface="Arial"/>
              </a:defRPr>
            </a:lvl5pPr>
            <a:lvl6pPr>
              <a:buNone/>
              <a:defRPr sz="900" b="0">
                <a:solidFill>
                  <a:srgbClr val="5B6758"/>
                </a:solidFill>
                <a:latin typeface="Arial"/>
                <a:ea typeface="Arial"/>
                <a:cs typeface="Arial"/>
              </a:defRPr>
            </a:lvl6pPr>
            <a:lvl7pPr>
              <a:buNone/>
              <a:defRPr sz="900" b="0">
                <a:solidFill>
                  <a:srgbClr val="5B6758"/>
                </a:solidFill>
                <a:latin typeface="Arial"/>
                <a:ea typeface="Arial"/>
                <a:cs typeface="Arial"/>
              </a:defRPr>
            </a:lvl7pPr>
            <a:lvl8pPr>
              <a:buNone/>
              <a:defRPr sz="900" b="0">
                <a:solidFill>
                  <a:srgbClr val="5B6758"/>
                </a:solidFill>
                <a:latin typeface="Arial"/>
                <a:ea typeface="Arial"/>
                <a:cs typeface="Arial"/>
              </a:defRPr>
            </a:lvl8pPr>
            <a:lvl9pPr>
              <a:buNone/>
              <a:defRPr sz="900" b="0">
                <a:solidFill>
                  <a:srgbClr val="5B6758"/>
                </a:solidFill>
                <a:latin typeface="Arial"/>
                <a:ea typeface="Arial"/>
                <a:cs typeface="Arial"/>
              </a:defRPr>
            </a:lvl9pPr>
          </a:lstStyle>
          <a:p xmlns:a="http://schemas.openxmlformats.org/drawingml/2006/main">
            <a:pPr>
              <a:buNone/>
              <a:defRPr sz="900" b="0">
                <a:solidFill>
                  <a:srgbClr val="5B6758"/>
                </a:solidFill>
                <a:latin typeface="Arial"/>
                <a:ea typeface="Arial"/>
                <a:cs typeface="Arial"/>
              </a:defRPr>
            </a:pPr>
            <a:r>
              <a:rPr sz="900" b="0">
                <a:solidFill>
                  <a:srgbClr val="5B6758"/>
                </a:solidFill>
                <a:latin typeface="Arial"/>
                <a:ea typeface="Arial"/>
                <a:cs typeface="Arial"/>
              </a:rPr>
              <a:t>07 / 13     4:30–5:15</a:t>
            </a:r>
          </a:p>
        </p:txBody>
      </p:sp>
      <p:sp>
        <p:nvSpPr>
          <p:cNvPr id="5" name="">
            <a:extLst xmlns:a="http://schemas.openxmlformats.org/drawingml/2006/main">
              <a:ext uri="{FF2B5EF4-FFF2-40B4-BE49-F238E27FC236}">
                <a16:creationId xmlns:a16="http://schemas.microsoft.com/office/drawing/2014/main" id="{D1EFFAE0-554F-475C-9D2E-9B4904E0D16B}"/>
              </a:ext>
            </a:extLst>
          </p:cNvPr>
          <p:cNvSpPr>
            <a:spLocks xmlns:a="http://schemas.openxmlformats.org/drawingml/2006/main" noGrp="1"/>
          </p:cNvSpPr>
          <p:nvPr/>
        </p:nvSpPr>
        <p:spPr>
          <a:xfrm xmlns:a="http://schemas.openxmlformats.org/drawingml/2006/main">
            <a:off x="3914775" y="1466850"/>
            <a:ext cx="7562850" cy="4733925"/>
          </a:xfrm>
          <a:prstGeom xmlns:a="http://schemas.openxmlformats.org/drawingml/2006/main" prst="roundRect">
            <a:avLst>
              <a:gd name="adj" fmla="val 1610"/>
            </a:avLst>
          </a:prstGeom>
          <a:solidFill xmlns:a="http://schemas.openxmlformats.org/drawingml/2006/main">
            <a:srgbClr val="FFFFFF"/>
          </a:solidFill>
          <a:ln xmlns:a="http://schemas.openxmlformats.org/drawingml/2006/main" w="9525">
            <a:solidFill>
              <a:srgbClr val="BBC8B3"/>
            </a:solidFill>
          </a:ln>
        </p:spPr>
      </p:sp>
      <p:pic>
        <p:nvPicPr>
          <p:cNvPr id="6" name="">
            <a:extLst xmlns:a="http://schemas.openxmlformats.org/drawingml/2006/main">
              <a:ext uri="{FF2B5EF4-FFF2-40B4-BE49-F238E27FC236}">
                <a16:creationId xmlns:a16="http://schemas.microsoft.com/office/drawing/2014/main" id="{5B78C42C-8EC6-483A-A56A-DB48E26031EF}"/>
              </a:ext>
            </a:extLst>
          </p:cNvPr>
          <p:cNvPicPr>
            <a:picLocks xmlns:a="http://schemas.openxmlformats.org/drawingml/2006/main" noChangeAspect="1"/>
          </p:cNvPicPr>
          <p:nvPr/>
        </p:nvPicPr>
        <p:blipFill>
          <a:blip xmlns:r="http://schemas.openxmlformats.org/officeDocument/2006/relationships" xmlns:a="http://schemas.openxmlformats.org/drawingml/2006/main" r:embed="R9064dd8599bc4bc8"/>
          <a:stretch xmlns:a="http://schemas.openxmlformats.org/drawingml/2006/main"/>
        </p:blipFill>
        <p:spPr>
          <a:xfrm xmlns:a="http://schemas.openxmlformats.org/drawingml/2006/main">
            <a:off x="3924300" y="1732136"/>
            <a:ext cx="7543800" cy="4203352"/>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F1E5F4B-9272-43E7-AA67-CFF66D60DBBE}"/>
              </a:ext>
            </a:extLst>
          </p:cNvPr>
          <p:cNvSpPr>
            <a:spLocks xmlns:a="http://schemas.openxmlformats.org/drawingml/2006/main" noGrp="1"/>
          </p:cNvSpPr>
          <p:nvPr/>
        </p:nvSpPr>
        <p:spPr>
          <a:xfrm xmlns:a="http://schemas.openxmlformats.org/drawingml/2006/main">
            <a:off x="533400" y="1666875"/>
            <a:ext cx="2981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84E3C"/>
                </a:solidFill>
                <a:latin typeface="Arial"/>
                <a:ea typeface="Arial"/>
                <a:cs typeface="Arial"/>
              </a:defRPr>
            </a:defPPr>
            <a:lvl1pPr>
              <a:buNone/>
              <a:defRPr sz="1800" b="1">
                <a:solidFill>
                  <a:srgbClr val="284E3C"/>
                </a:solidFill>
                <a:latin typeface="Arial"/>
                <a:ea typeface="Arial"/>
                <a:cs typeface="Arial"/>
              </a:defRPr>
            </a:lvl1pPr>
            <a:lvl2pPr>
              <a:buNone/>
              <a:defRPr sz="1800" b="1">
                <a:solidFill>
                  <a:srgbClr val="284E3C"/>
                </a:solidFill>
                <a:latin typeface="Arial"/>
                <a:ea typeface="Arial"/>
                <a:cs typeface="Arial"/>
              </a:defRPr>
            </a:lvl2pPr>
            <a:lvl3pPr>
              <a:buNone/>
              <a:defRPr sz="1800" b="1">
                <a:solidFill>
                  <a:srgbClr val="284E3C"/>
                </a:solidFill>
                <a:latin typeface="Arial"/>
                <a:ea typeface="Arial"/>
                <a:cs typeface="Arial"/>
              </a:defRPr>
            </a:lvl3pPr>
            <a:lvl4pPr>
              <a:buNone/>
              <a:defRPr sz="1800" b="1">
                <a:solidFill>
                  <a:srgbClr val="284E3C"/>
                </a:solidFill>
                <a:latin typeface="Arial"/>
                <a:ea typeface="Arial"/>
                <a:cs typeface="Arial"/>
              </a:defRPr>
            </a:lvl4pPr>
            <a:lvl5pPr>
              <a:buNone/>
              <a:defRPr sz="1800" b="1">
                <a:solidFill>
                  <a:srgbClr val="284E3C"/>
                </a:solidFill>
                <a:latin typeface="Arial"/>
                <a:ea typeface="Arial"/>
                <a:cs typeface="Arial"/>
              </a:defRPr>
            </a:lvl5pPr>
            <a:lvl6pPr>
              <a:buNone/>
              <a:defRPr sz="1800" b="1">
                <a:solidFill>
                  <a:srgbClr val="284E3C"/>
                </a:solidFill>
                <a:latin typeface="Arial"/>
                <a:ea typeface="Arial"/>
                <a:cs typeface="Arial"/>
              </a:defRPr>
            </a:lvl6pPr>
            <a:lvl7pPr>
              <a:buNone/>
              <a:defRPr sz="1800" b="1">
                <a:solidFill>
                  <a:srgbClr val="284E3C"/>
                </a:solidFill>
                <a:latin typeface="Arial"/>
                <a:ea typeface="Arial"/>
                <a:cs typeface="Arial"/>
              </a:defRPr>
            </a:lvl7pPr>
            <a:lvl8pPr>
              <a:buNone/>
              <a:defRPr sz="1800" b="1">
                <a:solidFill>
                  <a:srgbClr val="284E3C"/>
                </a:solidFill>
                <a:latin typeface="Arial"/>
                <a:ea typeface="Arial"/>
                <a:cs typeface="Arial"/>
              </a:defRPr>
            </a:lvl8pPr>
            <a:lvl9pPr>
              <a:buNone/>
              <a:defRPr sz="1800" b="1">
                <a:solidFill>
                  <a:srgbClr val="284E3C"/>
                </a:solidFill>
                <a:latin typeface="Arial"/>
                <a:ea typeface="Arial"/>
                <a:cs typeface="Arial"/>
              </a:defRPr>
            </a:lvl9pPr>
          </a:lstStyle>
          <a:p xmlns:a="http://schemas.openxmlformats.org/drawingml/2006/main">
            <a:pPr>
              <a:buNone/>
              <a:defRPr sz="1800" b="1">
                <a:solidFill>
                  <a:srgbClr val="284E3C"/>
                </a:solidFill>
                <a:latin typeface="Arial"/>
                <a:ea typeface="Arial"/>
                <a:cs typeface="Arial"/>
              </a:defRPr>
            </a:pPr>
            <a:r>
              <a:rPr sz="1800" b="1">
                <a:solidFill>
                  <a:srgbClr val="284E3C"/>
                </a:solidFill>
                <a:latin typeface="Arial"/>
                <a:ea typeface="Arial"/>
                <a:cs typeface="Arial"/>
              </a:rPr>
              <a:t>Store overview</a:t>
            </a:r>
          </a:p>
        </p:txBody>
      </p:sp>
      <p:sp>
        <p:nvSpPr>
          <p:cNvPr id="8" name="">
            <a:extLst xmlns:a="http://schemas.openxmlformats.org/drawingml/2006/main">
              <a:ext uri="{FF2B5EF4-FFF2-40B4-BE49-F238E27FC236}">
                <a16:creationId xmlns:a16="http://schemas.microsoft.com/office/drawing/2014/main" id="{EC5AC685-49AA-43A2-971F-B8A565E9FABF}"/>
              </a:ext>
            </a:extLst>
          </p:cNvPr>
          <p:cNvSpPr>
            <a:spLocks xmlns:a="http://schemas.openxmlformats.org/drawingml/2006/main" noGrp="1"/>
          </p:cNvSpPr>
          <p:nvPr/>
        </p:nvSpPr>
        <p:spPr>
          <a:xfrm xmlns:a="http://schemas.openxmlformats.org/drawingml/2006/main">
            <a:off x="533400" y="2076450"/>
            <a:ext cx="29813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B6758"/>
                </a:solidFill>
                <a:latin typeface="Arial"/>
                <a:ea typeface="Arial"/>
                <a:cs typeface="Arial"/>
              </a:defRPr>
            </a:defPPr>
            <a:lvl1pPr>
              <a:buNone/>
              <a:defRPr sz="1425" b="0">
                <a:solidFill>
                  <a:srgbClr val="5B6758"/>
                </a:solidFill>
                <a:latin typeface="Arial"/>
                <a:ea typeface="Arial"/>
                <a:cs typeface="Arial"/>
              </a:defRPr>
            </a:lvl1pPr>
            <a:lvl2pPr>
              <a:buNone/>
              <a:defRPr sz="1425" b="0">
                <a:solidFill>
                  <a:srgbClr val="5B6758"/>
                </a:solidFill>
                <a:latin typeface="Arial"/>
                <a:ea typeface="Arial"/>
                <a:cs typeface="Arial"/>
              </a:defRPr>
            </a:lvl2pPr>
            <a:lvl3pPr>
              <a:buNone/>
              <a:defRPr sz="1425" b="0">
                <a:solidFill>
                  <a:srgbClr val="5B6758"/>
                </a:solidFill>
                <a:latin typeface="Arial"/>
                <a:ea typeface="Arial"/>
                <a:cs typeface="Arial"/>
              </a:defRPr>
            </a:lvl3pPr>
            <a:lvl4pPr>
              <a:buNone/>
              <a:defRPr sz="1425" b="0">
                <a:solidFill>
                  <a:srgbClr val="5B6758"/>
                </a:solidFill>
                <a:latin typeface="Arial"/>
                <a:ea typeface="Arial"/>
                <a:cs typeface="Arial"/>
              </a:defRPr>
            </a:lvl4pPr>
            <a:lvl5pPr>
              <a:buNone/>
              <a:defRPr sz="1425" b="0">
                <a:solidFill>
                  <a:srgbClr val="5B6758"/>
                </a:solidFill>
                <a:latin typeface="Arial"/>
                <a:ea typeface="Arial"/>
                <a:cs typeface="Arial"/>
              </a:defRPr>
            </a:lvl5pPr>
            <a:lvl6pPr>
              <a:buNone/>
              <a:defRPr sz="1425" b="0">
                <a:solidFill>
                  <a:srgbClr val="5B6758"/>
                </a:solidFill>
                <a:latin typeface="Arial"/>
                <a:ea typeface="Arial"/>
                <a:cs typeface="Arial"/>
              </a:defRPr>
            </a:lvl6pPr>
            <a:lvl7pPr>
              <a:buNone/>
              <a:defRPr sz="1425" b="0">
                <a:solidFill>
                  <a:srgbClr val="5B6758"/>
                </a:solidFill>
                <a:latin typeface="Arial"/>
                <a:ea typeface="Arial"/>
                <a:cs typeface="Arial"/>
              </a:defRPr>
            </a:lvl7pPr>
            <a:lvl8pPr>
              <a:buNone/>
              <a:defRPr sz="1425" b="0">
                <a:solidFill>
                  <a:srgbClr val="5B6758"/>
                </a:solidFill>
                <a:latin typeface="Arial"/>
                <a:ea typeface="Arial"/>
                <a:cs typeface="Arial"/>
              </a:defRPr>
            </a:lvl8pPr>
            <a:lvl9pPr>
              <a:buNone/>
              <a:defRPr sz="1425" b="0">
                <a:solidFill>
                  <a:srgbClr val="5B6758"/>
                </a:solidFill>
                <a:latin typeface="Arial"/>
                <a:ea typeface="Arial"/>
                <a:cs typeface="Arial"/>
              </a:defRPr>
            </a:lvl9pPr>
          </a:lstStyle>
          <a:p xmlns:a="http://schemas.openxmlformats.org/drawingml/2006/main">
            <a:pPr>
              <a:buNone/>
              <a:defRPr sz="1425" b="0">
                <a:solidFill>
                  <a:srgbClr val="5B6758"/>
                </a:solidFill>
                <a:latin typeface="Arial"/>
                <a:ea typeface="Arial"/>
                <a:cs typeface="Arial"/>
              </a:defRPr>
            </a:pPr>
            <a:r>
              <a:rPr sz="1425" b="0">
                <a:solidFill>
                  <a:srgbClr val="5B6758"/>
                </a:solidFill>
                <a:latin typeface="Arial"/>
                <a:ea typeface="Arial"/>
                <a:cs typeface="Arial"/>
              </a:rPr>
              <a:t>Statistics and visual summaries</a:t>
            </a:r>
          </a:p>
        </p:txBody>
      </p:sp>
      <p:sp>
        <p:nvSpPr>
          <p:cNvPr id="9" name="">
            <a:extLst xmlns:a="http://schemas.openxmlformats.org/drawingml/2006/main">
              <a:ext uri="{FF2B5EF4-FFF2-40B4-BE49-F238E27FC236}">
                <a16:creationId xmlns:a16="http://schemas.microsoft.com/office/drawing/2014/main" id="{224E0076-C675-4D38-A12D-B626EF3E26CB}"/>
              </a:ext>
            </a:extLst>
          </p:cNvPr>
          <p:cNvSpPr>
            <a:spLocks xmlns:a="http://schemas.openxmlformats.org/drawingml/2006/main" noGrp="1"/>
          </p:cNvSpPr>
          <p:nvPr/>
        </p:nvSpPr>
        <p:spPr>
          <a:xfrm xmlns:a="http://schemas.openxmlformats.org/drawingml/2006/main">
            <a:off x="533400" y="3181350"/>
            <a:ext cx="2981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84E3C"/>
                </a:solidFill>
                <a:latin typeface="Arial"/>
                <a:ea typeface="Arial"/>
                <a:cs typeface="Arial"/>
              </a:defRPr>
            </a:defPPr>
            <a:lvl1pPr>
              <a:buNone/>
              <a:defRPr sz="1800" b="1">
                <a:solidFill>
                  <a:srgbClr val="284E3C"/>
                </a:solidFill>
                <a:latin typeface="Arial"/>
                <a:ea typeface="Arial"/>
                <a:cs typeface="Arial"/>
              </a:defRPr>
            </a:lvl1pPr>
            <a:lvl2pPr>
              <a:buNone/>
              <a:defRPr sz="1800" b="1">
                <a:solidFill>
                  <a:srgbClr val="284E3C"/>
                </a:solidFill>
                <a:latin typeface="Arial"/>
                <a:ea typeface="Arial"/>
                <a:cs typeface="Arial"/>
              </a:defRPr>
            </a:lvl2pPr>
            <a:lvl3pPr>
              <a:buNone/>
              <a:defRPr sz="1800" b="1">
                <a:solidFill>
                  <a:srgbClr val="284E3C"/>
                </a:solidFill>
                <a:latin typeface="Arial"/>
                <a:ea typeface="Arial"/>
                <a:cs typeface="Arial"/>
              </a:defRPr>
            </a:lvl3pPr>
            <a:lvl4pPr>
              <a:buNone/>
              <a:defRPr sz="1800" b="1">
                <a:solidFill>
                  <a:srgbClr val="284E3C"/>
                </a:solidFill>
                <a:latin typeface="Arial"/>
                <a:ea typeface="Arial"/>
                <a:cs typeface="Arial"/>
              </a:defRPr>
            </a:lvl4pPr>
            <a:lvl5pPr>
              <a:buNone/>
              <a:defRPr sz="1800" b="1">
                <a:solidFill>
                  <a:srgbClr val="284E3C"/>
                </a:solidFill>
                <a:latin typeface="Arial"/>
                <a:ea typeface="Arial"/>
                <a:cs typeface="Arial"/>
              </a:defRPr>
            </a:lvl5pPr>
            <a:lvl6pPr>
              <a:buNone/>
              <a:defRPr sz="1800" b="1">
                <a:solidFill>
                  <a:srgbClr val="284E3C"/>
                </a:solidFill>
                <a:latin typeface="Arial"/>
                <a:ea typeface="Arial"/>
                <a:cs typeface="Arial"/>
              </a:defRPr>
            </a:lvl6pPr>
            <a:lvl7pPr>
              <a:buNone/>
              <a:defRPr sz="1800" b="1">
                <a:solidFill>
                  <a:srgbClr val="284E3C"/>
                </a:solidFill>
                <a:latin typeface="Arial"/>
                <a:ea typeface="Arial"/>
                <a:cs typeface="Arial"/>
              </a:defRPr>
            </a:lvl7pPr>
            <a:lvl8pPr>
              <a:buNone/>
              <a:defRPr sz="1800" b="1">
                <a:solidFill>
                  <a:srgbClr val="284E3C"/>
                </a:solidFill>
                <a:latin typeface="Arial"/>
                <a:ea typeface="Arial"/>
                <a:cs typeface="Arial"/>
              </a:defRPr>
            </a:lvl8pPr>
            <a:lvl9pPr>
              <a:buNone/>
              <a:defRPr sz="1800" b="1">
                <a:solidFill>
                  <a:srgbClr val="284E3C"/>
                </a:solidFill>
                <a:latin typeface="Arial"/>
                <a:ea typeface="Arial"/>
                <a:cs typeface="Arial"/>
              </a:defRPr>
            </a:lvl9pPr>
          </a:lstStyle>
          <a:p xmlns:a="http://schemas.openxmlformats.org/drawingml/2006/main">
            <a:pPr>
              <a:buNone/>
              <a:defRPr sz="1800" b="1">
                <a:solidFill>
                  <a:srgbClr val="284E3C"/>
                </a:solidFill>
                <a:latin typeface="Arial"/>
                <a:ea typeface="Arial"/>
                <a:cs typeface="Arial"/>
              </a:defRPr>
            </a:pPr>
            <a:r>
              <a:rPr sz="1800" b="1">
                <a:solidFill>
                  <a:srgbClr val="284E3C"/>
                </a:solidFill>
                <a:latin typeface="Arial"/>
                <a:ea typeface="Arial"/>
                <a:cs typeface="Arial"/>
              </a:rPr>
              <a:t>Catalog management</a:t>
            </a:r>
          </a:p>
        </p:txBody>
      </p:sp>
      <p:sp>
        <p:nvSpPr>
          <p:cNvPr id="10" name="">
            <a:extLst xmlns:a="http://schemas.openxmlformats.org/drawingml/2006/main">
              <a:ext uri="{FF2B5EF4-FFF2-40B4-BE49-F238E27FC236}">
                <a16:creationId xmlns:a16="http://schemas.microsoft.com/office/drawing/2014/main" id="{4AC3E605-621A-4EAA-BEE4-7150F9AF5768}"/>
              </a:ext>
            </a:extLst>
          </p:cNvPr>
          <p:cNvSpPr>
            <a:spLocks xmlns:a="http://schemas.openxmlformats.org/drawingml/2006/main" noGrp="1"/>
          </p:cNvSpPr>
          <p:nvPr/>
        </p:nvSpPr>
        <p:spPr>
          <a:xfrm xmlns:a="http://schemas.openxmlformats.org/drawingml/2006/main">
            <a:off x="533400" y="3590925"/>
            <a:ext cx="29813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B6758"/>
                </a:solidFill>
                <a:latin typeface="Arial"/>
                <a:ea typeface="Arial"/>
                <a:cs typeface="Arial"/>
              </a:defRPr>
            </a:defPPr>
            <a:lvl1pPr>
              <a:buNone/>
              <a:defRPr sz="1425" b="0">
                <a:solidFill>
                  <a:srgbClr val="5B6758"/>
                </a:solidFill>
                <a:latin typeface="Arial"/>
                <a:ea typeface="Arial"/>
                <a:cs typeface="Arial"/>
              </a:defRPr>
            </a:lvl1pPr>
            <a:lvl2pPr>
              <a:buNone/>
              <a:defRPr sz="1425" b="0">
                <a:solidFill>
                  <a:srgbClr val="5B6758"/>
                </a:solidFill>
                <a:latin typeface="Arial"/>
                <a:ea typeface="Arial"/>
                <a:cs typeface="Arial"/>
              </a:defRPr>
            </a:lvl2pPr>
            <a:lvl3pPr>
              <a:buNone/>
              <a:defRPr sz="1425" b="0">
                <a:solidFill>
                  <a:srgbClr val="5B6758"/>
                </a:solidFill>
                <a:latin typeface="Arial"/>
                <a:ea typeface="Arial"/>
                <a:cs typeface="Arial"/>
              </a:defRPr>
            </a:lvl3pPr>
            <a:lvl4pPr>
              <a:buNone/>
              <a:defRPr sz="1425" b="0">
                <a:solidFill>
                  <a:srgbClr val="5B6758"/>
                </a:solidFill>
                <a:latin typeface="Arial"/>
                <a:ea typeface="Arial"/>
                <a:cs typeface="Arial"/>
              </a:defRPr>
            </a:lvl4pPr>
            <a:lvl5pPr>
              <a:buNone/>
              <a:defRPr sz="1425" b="0">
                <a:solidFill>
                  <a:srgbClr val="5B6758"/>
                </a:solidFill>
                <a:latin typeface="Arial"/>
                <a:ea typeface="Arial"/>
                <a:cs typeface="Arial"/>
              </a:defRPr>
            </a:lvl5pPr>
            <a:lvl6pPr>
              <a:buNone/>
              <a:defRPr sz="1425" b="0">
                <a:solidFill>
                  <a:srgbClr val="5B6758"/>
                </a:solidFill>
                <a:latin typeface="Arial"/>
                <a:ea typeface="Arial"/>
                <a:cs typeface="Arial"/>
              </a:defRPr>
            </a:lvl6pPr>
            <a:lvl7pPr>
              <a:buNone/>
              <a:defRPr sz="1425" b="0">
                <a:solidFill>
                  <a:srgbClr val="5B6758"/>
                </a:solidFill>
                <a:latin typeface="Arial"/>
                <a:ea typeface="Arial"/>
                <a:cs typeface="Arial"/>
              </a:defRPr>
            </a:lvl7pPr>
            <a:lvl8pPr>
              <a:buNone/>
              <a:defRPr sz="1425" b="0">
                <a:solidFill>
                  <a:srgbClr val="5B6758"/>
                </a:solidFill>
                <a:latin typeface="Arial"/>
                <a:ea typeface="Arial"/>
                <a:cs typeface="Arial"/>
              </a:defRPr>
            </a:lvl8pPr>
            <a:lvl9pPr>
              <a:buNone/>
              <a:defRPr sz="1425" b="0">
                <a:solidFill>
                  <a:srgbClr val="5B6758"/>
                </a:solidFill>
                <a:latin typeface="Arial"/>
                <a:ea typeface="Arial"/>
                <a:cs typeface="Arial"/>
              </a:defRPr>
            </a:lvl9pPr>
          </a:lstStyle>
          <a:p xmlns:a="http://schemas.openxmlformats.org/drawingml/2006/main">
            <a:pPr>
              <a:buNone/>
              <a:defRPr sz="1425" b="0">
                <a:solidFill>
                  <a:srgbClr val="5B6758"/>
                </a:solidFill>
                <a:latin typeface="Arial"/>
                <a:ea typeface="Arial"/>
                <a:cs typeface="Arial"/>
              </a:defRPr>
            </a:pPr>
            <a:r>
              <a:rPr sz="1425" b="0">
                <a:solidFill>
                  <a:srgbClr val="5B6758"/>
                </a:solidFill>
                <a:latin typeface="Arial"/>
                <a:ea typeface="Arial"/>
                <a:cs typeface="Arial"/>
              </a:rPr>
              <a:t>Products, images, categories and stock</a:t>
            </a:r>
          </a:p>
        </p:txBody>
      </p:sp>
      <p:sp>
        <p:nvSpPr>
          <p:cNvPr id="11" name="">
            <a:extLst xmlns:a="http://schemas.openxmlformats.org/drawingml/2006/main">
              <a:ext uri="{FF2B5EF4-FFF2-40B4-BE49-F238E27FC236}">
                <a16:creationId xmlns:a16="http://schemas.microsoft.com/office/drawing/2014/main" id="{2D909C33-5D6E-4673-B049-EB260B08A5A0}"/>
              </a:ext>
            </a:extLst>
          </p:cNvPr>
          <p:cNvSpPr>
            <a:spLocks xmlns:a="http://schemas.openxmlformats.org/drawingml/2006/main" noGrp="1"/>
          </p:cNvSpPr>
          <p:nvPr/>
        </p:nvSpPr>
        <p:spPr>
          <a:xfrm xmlns:a="http://schemas.openxmlformats.org/drawingml/2006/main">
            <a:off x="533400" y="4695825"/>
            <a:ext cx="2981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84E3C"/>
                </a:solidFill>
                <a:latin typeface="Arial"/>
                <a:ea typeface="Arial"/>
                <a:cs typeface="Arial"/>
              </a:defRPr>
            </a:defPPr>
            <a:lvl1pPr>
              <a:buNone/>
              <a:defRPr sz="1800" b="1">
                <a:solidFill>
                  <a:srgbClr val="284E3C"/>
                </a:solidFill>
                <a:latin typeface="Arial"/>
                <a:ea typeface="Arial"/>
                <a:cs typeface="Arial"/>
              </a:defRPr>
            </a:lvl1pPr>
            <a:lvl2pPr>
              <a:buNone/>
              <a:defRPr sz="1800" b="1">
                <a:solidFill>
                  <a:srgbClr val="284E3C"/>
                </a:solidFill>
                <a:latin typeface="Arial"/>
                <a:ea typeface="Arial"/>
                <a:cs typeface="Arial"/>
              </a:defRPr>
            </a:lvl2pPr>
            <a:lvl3pPr>
              <a:buNone/>
              <a:defRPr sz="1800" b="1">
                <a:solidFill>
                  <a:srgbClr val="284E3C"/>
                </a:solidFill>
                <a:latin typeface="Arial"/>
                <a:ea typeface="Arial"/>
                <a:cs typeface="Arial"/>
              </a:defRPr>
            </a:lvl3pPr>
            <a:lvl4pPr>
              <a:buNone/>
              <a:defRPr sz="1800" b="1">
                <a:solidFill>
                  <a:srgbClr val="284E3C"/>
                </a:solidFill>
                <a:latin typeface="Arial"/>
                <a:ea typeface="Arial"/>
                <a:cs typeface="Arial"/>
              </a:defRPr>
            </a:lvl4pPr>
            <a:lvl5pPr>
              <a:buNone/>
              <a:defRPr sz="1800" b="1">
                <a:solidFill>
                  <a:srgbClr val="284E3C"/>
                </a:solidFill>
                <a:latin typeface="Arial"/>
                <a:ea typeface="Arial"/>
                <a:cs typeface="Arial"/>
              </a:defRPr>
            </a:lvl5pPr>
            <a:lvl6pPr>
              <a:buNone/>
              <a:defRPr sz="1800" b="1">
                <a:solidFill>
                  <a:srgbClr val="284E3C"/>
                </a:solidFill>
                <a:latin typeface="Arial"/>
                <a:ea typeface="Arial"/>
                <a:cs typeface="Arial"/>
              </a:defRPr>
            </a:lvl6pPr>
            <a:lvl7pPr>
              <a:buNone/>
              <a:defRPr sz="1800" b="1">
                <a:solidFill>
                  <a:srgbClr val="284E3C"/>
                </a:solidFill>
                <a:latin typeface="Arial"/>
                <a:ea typeface="Arial"/>
                <a:cs typeface="Arial"/>
              </a:defRPr>
            </a:lvl7pPr>
            <a:lvl8pPr>
              <a:buNone/>
              <a:defRPr sz="1800" b="1">
                <a:solidFill>
                  <a:srgbClr val="284E3C"/>
                </a:solidFill>
                <a:latin typeface="Arial"/>
                <a:ea typeface="Arial"/>
                <a:cs typeface="Arial"/>
              </a:defRPr>
            </a:lvl8pPr>
            <a:lvl9pPr>
              <a:buNone/>
              <a:defRPr sz="1800" b="1">
                <a:solidFill>
                  <a:srgbClr val="284E3C"/>
                </a:solidFill>
                <a:latin typeface="Arial"/>
                <a:ea typeface="Arial"/>
                <a:cs typeface="Arial"/>
              </a:defRPr>
            </a:lvl9pPr>
          </a:lstStyle>
          <a:p xmlns:a="http://schemas.openxmlformats.org/drawingml/2006/main">
            <a:pPr>
              <a:buNone/>
              <a:defRPr sz="1800" b="1">
                <a:solidFill>
                  <a:srgbClr val="284E3C"/>
                </a:solidFill>
                <a:latin typeface="Arial"/>
                <a:ea typeface="Arial"/>
                <a:cs typeface="Arial"/>
              </a:defRPr>
            </a:pPr>
            <a:r>
              <a:rPr sz="1800" b="1">
                <a:solidFill>
                  <a:srgbClr val="284E3C"/>
                </a:solidFill>
                <a:latin typeface="Arial"/>
                <a:ea typeface="Arial"/>
                <a:cs typeface="Arial"/>
              </a:rPr>
              <a:t>Role-based access</a:t>
            </a:r>
          </a:p>
        </p:txBody>
      </p:sp>
      <p:sp>
        <p:nvSpPr>
          <p:cNvPr id="12" name="">
            <a:extLst xmlns:a="http://schemas.openxmlformats.org/drawingml/2006/main">
              <a:ext uri="{FF2B5EF4-FFF2-40B4-BE49-F238E27FC236}">
                <a16:creationId xmlns:a16="http://schemas.microsoft.com/office/drawing/2014/main" id="{0F54D601-E507-4BE0-B128-CC0D104E8351}"/>
              </a:ext>
            </a:extLst>
          </p:cNvPr>
          <p:cNvSpPr>
            <a:spLocks xmlns:a="http://schemas.openxmlformats.org/drawingml/2006/main" noGrp="1"/>
          </p:cNvSpPr>
          <p:nvPr/>
        </p:nvSpPr>
        <p:spPr>
          <a:xfrm xmlns:a="http://schemas.openxmlformats.org/drawingml/2006/main">
            <a:off x="533400" y="5105400"/>
            <a:ext cx="29813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B6758"/>
                </a:solidFill>
                <a:latin typeface="Arial"/>
                <a:ea typeface="Arial"/>
                <a:cs typeface="Arial"/>
              </a:defRPr>
            </a:defPPr>
            <a:lvl1pPr>
              <a:buNone/>
              <a:defRPr sz="1425" b="0">
                <a:solidFill>
                  <a:srgbClr val="5B6758"/>
                </a:solidFill>
                <a:latin typeface="Arial"/>
                <a:ea typeface="Arial"/>
                <a:cs typeface="Arial"/>
              </a:defRPr>
            </a:lvl1pPr>
            <a:lvl2pPr>
              <a:buNone/>
              <a:defRPr sz="1425" b="0">
                <a:solidFill>
                  <a:srgbClr val="5B6758"/>
                </a:solidFill>
                <a:latin typeface="Arial"/>
                <a:ea typeface="Arial"/>
                <a:cs typeface="Arial"/>
              </a:defRPr>
            </a:lvl2pPr>
            <a:lvl3pPr>
              <a:buNone/>
              <a:defRPr sz="1425" b="0">
                <a:solidFill>
                  <a:srgbClr val="5B6758"/>
                </a:solidFill>
                <a:latin typeface="Arial"/>
                <a:ea typeface="Arial"/>
                <a:cs typeface="Arial"/>
              </a:defRPr>
            </a:lvl3pPr>
            <a:lvl4pPr>
              <a:buNone/>
              <a:defRPr sz="1425" b="0">
                <a:solidFill>
                  <a:srgbClr val="5B6758"/>
                </a:solidFill>
                <a:latin typeface="Arial"/>
                <a:ea typeface="Arial"/>
                <a:cs typeface="Arial"/>
              </a:defRPr>
            </a:lvl4pPr>
            <a:lvl5pPr>
              <a:buNone/>
              <a:defRPr sz="1425" b="0">
                <a:solidFill>
                  <a:srgbClr val="5B6758"/>
                </a:solidFill>
                <a:latin typeface="Arial"/>
                <a:ea typeface="Arial"/>
                <a:cs typeface="Arial"/>
              </a:defRPr>
            </a:lvl5pPr>
            <a:lvl6pPr>
              <a:buNone/>
              <a:defRPr sz="1425" b="0">
                <a:solidFill>
                  <a:srgbClr val="5B6758"/>
                </a:solidFill>
                <a:latin typeface="Arial"/>
                <a:ea typeface="Arial"/>
                <a:cs typeface="Arial"/>
              </a:defRPr>
            </a:lvl6pPr>
            <a:lvl7pPr>
              <a:buNone/>
              <a:defRPr sz="1425" b="0">
                <a:solidFill>
                  <a:srgbClr val="5B6758"/>
                </a:solidFill>
                <a:latin typeface="Arial"/>
                <a:ea typeface="Arial"/>
                <a:cs typeface="Arial"/>
              </a:defRPr>
            </a:lvl7pPr>
            <a:lvl8pPr>
              <a:buNone/>
              <a:defRPr sz="1425" b="0">
                <a:solidFill>
                  <a:srgbClr val="5B6758"/>
                </a:solidFill>
                <a:latin typeface="Arial"/>
                <a:ea typeface="Arial"/>
                <a:cs typeface="Arial"/>
              </a:defRPr>
            </a:lvl8pPr>
            <a:lvl9pPr>
              <a:buNone/>
              <a:defRPr sz="1425" b="0">
                <a:solidFill>
                  <a:srgbClr val="5B6758"/>
                </a:solidFill>
                <a:latin typeface="Arial"/>
                <a:ea typeface="Arial"/>
                <a:cs typeface="Arial"/>
              </a:defRPr>
            </a:lvl9pPr>
          </a:lstStyle>
          <a:p xmlns:a="http://schemas.openxmlformats.org/drawingml/2006/main">
            <a:pPr>
              <a:buNone/>
              <a:defRPr sz="1425" b="0">
                <a:solidFill>
                  <a:srgbClr val="5B6758"/>
                </a:solidFill>
                <a:latin typeface="Arial"/>
                <a:ea typeface="Arial"/>
                <a:cs typeface="Arial"/>
              </a:defRPr>
            </a:pPr>
            <a:r>
              <a:rPr sz="1425" b="0">
                <a:solidFill>
                  <a:srgbClr val="5B6758"/>
                </a:solidFill>
                <a:latin typeface="Arial"/>
                <a:ea typeface="Arial"/>
                <a:cs typeface="Arial"/>
              </a:rPr>
              <a:t>Admin tools remain restricted</a:t>
            </a:r>
          </a:p>
        </p:txBody>
      </p:sp>
    </p:spTree>
    <p:extLst>
      <p:ext uri="{BB962C8B-B14F-4D97-AF65-F5344CB8AC3E}">
        <p14:creationId xmlns:p14="http://schemas.microsoft.com/office/powerpoint/2010/main" val="53957161"/>
      </p:ext>
    </p:extLst>
  </p:cSld>
</p:sld>
</file>

<file path=ppt/slides/slide8.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FFCA54E-2F77-4A49-98DC-73F7D71CE79C}"/>
              </a:ext>
            </a:extLst>
          </p:cNvPr>
          <p:cNvSpPr>
            <a:spLocks xmlns:a="http://schemas.openxmlformats.org/drawingml/2006/main" noGrp="1"/>
          </p:cNvSpPr>
          <p:nvPr/>
        </p:nvSpPr>
        <p:spPr>
          <a:xfrm xmlns:a="http://schemas.openxmlformats.org/drawingml/2006/main">
            <a:off x="533400" y="400050"/>
            <a:ext cx="111252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284E3C"/>
                </a:solidFill>
                <a:latin typeface="Arial"/>
                <a:ea typeface="Arial"/>
                <a:cs typeface="Arial"/>
              </a:defRPr>
            </a:defPPr>
            <a:lvl1pPr>
              <a:buNone/>
              <a:defRPr sz="2850" b="1">
                <a:solidFill>
                  <a:srgbClr val="284E3C"/>
                </a:solidFill>
                <a:latin typeface="Arial"/>
                <a:ea typeface="Arial"/>
                <a:cs typeface="Arial"/>
              </a:defRPr>
            </a:lvl1pPr>
            <a:lvl2pPr>
              <a:buNone/>
              <a:defRPr sz="2850" b="1">
                <a:solidFill>
                  <a:srgbClr val="284E3C"/>
                </a:solidFill>
                <a:latin typeface="Arial"/>
                <a:ea typeface="Arial"/>
                <a:cs typeface="Arial"/>
              </a:defRPr>
            </a:lvl2pPr>
            <a:lvl3pPr>
              <a:buNone/>
              <a:defRPr sz="2850" b="1">
                <a:solidFill>
                  <a:srgbClr val="284E3C"/>
                </a:solidFill>
                <a:latin typeface="Arial"/>
                <a:ea typeface="Arial"/>
                <a:cs typeface="Arial"/>
              </a:defRPr>
            </a:lvl3pPr>
            <a:lvl4pPr>
              <a:buNone/>
              <a:defRPr sz="2850" b="1">
                <a:solidFill>
                  <a:srgbClr val="284E3C"/>
                </a:solidFill>
                <a:latin typeface="Arial"/>
                <a:ea typeface="Arial"/>
                <a:cs typeface="Arial"/>
              </a:defRPr>
            </a:lvl4pPr>
            <a:lvl5pPr>
              <a:buNone/>
              <a:defRPr sz="2850" b="1">
                <a:solidFill>
                  <a:srgbClr val="284E3C"/>
                </a:solidFill>
                <a:latin typeface="Arial"/>
                <a:ea typeface="Arial"/>
                <a:cs typeface="Arial"/>
              </a:defRPr>
            </a:lvl5pPr>
            <a:lvl6pPr>
              <a:buNone/>
              <a:defRPr sz="2850" b="1">
                <a:solidFill>
                  <a:srgbClr val="284E3C"/>
                </a:solidFill>
                <a:latin typeface="Arial"/>
                <a:ea typeface="Arial"/>
                <a:cs typeface="Arial"/>
              </a:defRPr>
            </a:lvl6pPr>
            <a:lvl7pPr>
              <a:buNone/>
              <a:defRPr sz="2850" b="1">
                <a:solidFill>
                  <a:srgbClr val="284E3C"/>
                </a:solidFill>
                <a:latin typeface="Arial"/>
                <a:ea typeface="Arial"/>
                <a:cs typeface="Arial"/>
              </a:defRPr>
            </a:lvl7pPr>
            <a:lvl8pPr>
              <a:buNone/>
              <a:defRPr sz="2850" b="1">
                <a:solidFill>
                  <a:srgbClr val="284E3C"/>
                </a:solidFill>
                <a:latin typeface="Arial"/>
                <a:ea typeface="Arial"/>
                <a:cs typeface="Arial"/>
              </a:defRPr>
            </a:lvl8pPr>
            <a:lvl9pPr>
              <a:buNone/>
              <a:defRPr sz="2850" b="1">
                <a:solidFill>
                  <a:srgbClr val="284E3C"/>
                </a:solidFill>
                <a:latin typeface="Arial"/>
                <a:ea typeface="Arial"/>
                <a:cs typeface="Arial"/>
              </a:defRPr>
            </a:lvl9pPr>
          </a:lstStyle>
          <a:p xmlns:a="http://schemas.openxmlformats.org/drawingml/2006/main">
            <a:pPr>
              <a:buNone/>
              <a:defRPr sz="2850" b="1">
                <a:solidFill>
                  <a:srgbClr val="284E3C"/>
                </a:solidFill>
                <a:latin typeface="Arial"/>
                <a:ea typeface="Arial"/>
                <a:cs typeface="Arial"/>
              </a:defRPr>
            </a:pPr>
            <a:r>
              <a:rPr sz="2850" b="1">
                <a:solidFill>
                  <a:srgbClr val="284E3C"/>
                </a:solidFill>
                <a:latin typeface="Arial"/>
                <a:ea typeface="Arial"/>
                <a:cs typeface="Arial"/>
              </a:rPr>
              <a:t>Managing products and store operations</a:t>
            </a:r>
          </a:p>
        </p:txBody>
      </p:sp>
      <p:sp>
        <p:nvSpPr>
          <p:cNvPr id="2" name="">
            <a:extLst xmlns:a="http://schemas.openxmlformats.org/drawingml/2006/main">
              <a:ext uri="{FF2B5EF4-FFF2-40B4-BE49-F238E27FC236}">
                <a16:creationId xmlns:a16="http://schemas.microsoft.com/office/drawing/2014/main" id="{0222AE4D-7501-4EFC-8B3B-4D99E27ED1FB}"/>
              </a:ext>
            </a:extLst>
          </p:cNvPr>
          <p:cNvSpPr>
            <a:spLocks xmlns:a="http://schemas.openxmlformats.org/drawingml/2006/main" noGrp="1"/>
          </p:cNvSpPr>
          <p:nvPr/>
        </p:nvSpPr>
        <p:spPr>
          <a:xfrm xmlns:a="http://schemas.openxmlformats.org/drawingml/2006/main">
            <a:off x="533400" y="6286500"/>
            <a:ext cx="11125200" cy="9525"/>
          </a:xfrm>
          <a:prstGeom xmlns:a="http://schemas.openxmlformats.org/drawingml/2006/main" prst="rect">
            <a:avLst/>
          </a:prstGeom>
          <a:solidFill xmlns:a="http://schemas.openxmlformats.org/drawingml/2006/main">
            <a:srgbClr val="BBC8B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FFAC176-08FC-4872-A31C-75A201DC9F16}"/>
              </a:ext>
            </a:extLst>
          </p:cNvPr>
          <p:cNvSpPr>
            <a:spLocks xmlns:a="http://schemas.openxmlformats.org/drawingml/2006/main" noGrp="1"/>
          </p:cNvSpPr>
          <p:nvPr/>
        </p:nvSpPr>
        <p:spPr>
          <a:xfrm xmlns:a="http://schemas.openxmlformats.org/drawingml/2006/main">
            <a:off x="533400" y="6448425"/>
            <a:ext cx="323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1">
                <a:solidFill>
                  <a:srgbClr val="5B6758"/>
                </a:solidFill>
                <a:latin typeface="Arial"/>
                <a:ea typeface="Arial"/>
                <a:cs typeface="Arial"/>
              </a:defRPr>
            </a:defPPr>
            <a:lvl1pPr>
              <a:buNone/>
              <a:defRPr sz="900" b="1">
                <a:solidFill>
                  <a:srgbClr val="5B6758"/>
                </a:solidFill>
                <a:latin typeface="Arial"/>
                <a:ea typeface="Arial"/>
                <a:cs typeface="Arial"/>
              </a:defRPr>
            </a:lvl1pPr>
            <a:lvl2pPr>
              <a:buNone/>
              <a:defRPr sz="900" b="1">
                <a:solidFill>
                  <a:srgbClr val="5B6758"/>
                </a:solidFill>
                <a:latin typeface="Arial"/>
                <a:ea typeface="Arial"/>
                <a:cs typeface="Arial"/>
              </a:defRPr>
            </a:lvl2pPr>
            <a:lvl3pPr>
              <a:buNone/>
              <a:defRPr sz="900" b="1">
                <a:solidFill>
                  <a:srgbClr val="5B6758"/>
                </a:solidFill>
                <a:latin typeface="Arial"/>
                <a:ea typeface="Arial"/>
                <a:cs typeface="Arial"/>
              </a:defRPr>
            </a:lvl3pPr>
            <a:lvl4pPr>
              <a:buNone/>
              <a:defRPr sz="900" b="1">
                <a:solidFill>
                  <a:srgbClr val="5B6758"/>
                </a:solidFill>
                <a:latin typeface="Arial"/>
                <a:ea typeface="Arial"/>
                <a:cs typeface="Arial"/>
              </a:defRPr>
            </a:lvl4pPr>
            <a:lvl5pPr>
              <a:buNone/>
              <a:defRPr sz="900" b="1">
                <a:solidFill>
                  <a:srgbClr val="5B6758"/>
                </a:solidFill>
                <a:latin typeface="Arial"/>
                <a:ea typeface="Arial"/>
                <a:cs typeface="Arial"/>
              </a:defRPr>
            </a:lvl5pPr>
            <a:lvl6pPr>
              <a:buNone/>
              <a:defRPr sz="900" b="1">
                <a:solidFill>
                  <a:srgbClr val="5B6758"/>
                </a:solidFill>
                <a:latin typeface="Arial"/>
                <a:ea typeface="Arial"/>
                <a:cs typeface="Arial"/>
              </a:defRPr>
            </a:lvl6pPr>
            <a:lvl7pPr>
              <a:buNone/>
              <a:defRPr sz="900" b="1">
                <a:solidFill>
                  <a:srgbClr val="5B6758"/>
                </a:solidFill>
                <a:latin typeface="Arial"/>
                <a:ea typeface="Arial"/>
                <a:cs typeface="Arial"/>
              </a:defRPr>
            </a:lvl7pPr>
            <a:lvl8pPr>
              <a:buNone/>
              <a:defRPr sz="900" b="1">
                <a:solidFill>
                  <a:srgbClr val="5B6758"/>
                </a:solidFill>
                <a:latin typeface="Arial"/>
                <a:ea typeface="Arial"/>
                <a:cs typeface="Arial"/>
              </a:defRPr>
            </a:lvl8pPr>
            <a:lvl9pPr>
              <a:buNone/>
              <a:defRPr sz="900" b="1">
                <a:solidFill>
                  <a:srgbClr val="5B6758"/>
                </a:solidFill>
                <a:latin typeface="Arial"/>
                <a:ea typeface="Arial"/>
                <a:cs typeface="Arial"/>
              </a:defRPr>
            </a:lvl9pPr>
          </a:lstStyle>
          <a:p xmlns:a="http://schemas.openxmlformats.org/drawingml/2006/main">
            <a:pPr>
              <a:buNone/>
              <a:defRPr sz="900" b="1">
                <a:solidFill>
                  <a:srgbClr val="5B6758"/>
                </a:solidFill>
                <a:latin typeface="Arial"/>
                <a:ea typeface="Arial"/>
                <a:cs typeface="Arial"/>
              </a:defRPr>
            </a:pPr>
            <a:r>
              <a:rPr sz="900" b="1">
                <a:solidFill>
                  <a:srgbClr val="5B6758"/>
                </a:solidFill>
                <a:latin typeface="Arial"/>
                <a:ea typeface="Arial"/>
                <a:cs typeface="Arial"/>
              </a:rPr>
              <a:t>NABTA BOTANICAL</a:t>
            </a:r>
          </a:p>
        </p:txBody>
      </p:sp>
      <p:sp>
        <p:nvSpPr>
          <p:cNvPr id="4" name="">
            <a:extLst xmlns:a="http://schemas.openxmlformats.org/drawingml/2006/main">
              <a:ext uri="{FF2B5EF4-FFF2-40B4-BE49-F238E27FC236}">
                <a16:creationId xmlns:a16="http://schemas.microsoft.com/office/drawing/2014/main" id="{D35924C7-902D-4CD5-9A4E-2ECC99A3A4AD}"/>
              </a:ext>
            </a:extLst>
          </p:cNvPr>
          <p:cNvSpPr>
            <a:spLocks xmlns:a="http://schemas.openxmlformats.org/drawingml/2006/main" noGrp="1"/>
          </p:cNvSpPr>
          <p:nvPr/>
        </p:nvSpPr>
        <p:spPr>
          <a:xfrm xmlns:a="http://schemas.openxmlformats.org/drawingml/2006/main">
            <a:off x="9239250" y="6448425"/>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0">
                <a:solidFill>
                  <a:srgbClr val="5B6758"/>
                </a:solidFill>
                <a:latin typeface="Arial"/>
                <a:ea typeface="Arial"/>
                <a:cs typeface="Arial"/>
              </a:defRPr>
            </a:defPPr>
            <a:lvl1pPr>
              <a:buNone/>
              <a:defRPr sz="900" b="0">
                <a:solidFill>
                  <a:srgbClr val="5B6758"/>
                </a:solidFill>
                <a:latin typeface="Arial"/>
                <a:ea typeface="Arial"/>
                <a:cs typeface="Arial"/>
              </a:defRPr>
            </a:lvl1pPr>
            <a:lvl2pPr>
              <a:buNone/>
              <a:defRPr sz="900" b="0">
                <a:solidFill>
                  <a:srgbClr val="5B6758"/>
                </a:solidFill>
                <a:latin typeface="Arial"/>
                <a:ea typeface="Arial"/>
                <a:cs typeface="Arial"/>
              </a:defRPr>
            </a:lvl2pPr>
            <a:lvl3pPr>
              <a:buNone/>
              <a:defRPr sz="900" b="0">
                <a:solidFill>
                  <a:srgbClr val="5B6758"/>
                </a:solidFill>
                <a:latin typeface="Arial"/>
                <a:ea typeface="Arial"/>
                <a:cs typeface="Arial"/>
              </a:defRPr>
            </a:lvl3pPr>
            <a:lvl4pPr>
              <a:buNone/>
              <a:defRPr sz="900" b="0">
                <a:solidFill>
                  <a:srgbClr val="5B6758"/>
                </a:solidFill>
                <a:latin typeface="Arial"/>
                <a:ea typeface="Arial"/>
                <a:cs typeface="Arial"/>
              </a:defRPr>
            </a:lvl4pPr>
            <a:lvl5pPr>
              <a:buNone/>
              <a:defRPr sz="900" b="0">
                <a:solidFill>
                  <a:srgbClr val="5B6758"/>
                </a:solidFill>
                <a:latin typeface="Arial"/>
                <a:ea typeface="Arial"/>
                <a:cs typeface="Arial"/>
              </a:defRPr>
            </a:lvl5pPr>
            <a:lvl6pPr>
              <a:buNone/>
              <a:defRPr sz="900" b="0">
                <a:solidFill>
                  <a:srgbClr val="5B6758"/>
                </a:solidFill>
                <a:latin typeface="Arial"/>
                <a:ea typeface="Arial"/>
                <a:cs typeface="Arial"/>
              </a:defRPr>
            </a:lvl6pPr>
            <a:lvl7pPr>
              <a:buNone/>
              <a:defRPr sz="900" b="0">
                <a:solidFill>
                  <a:srgbClr val="5B6758"/>
                </a:solidFill>
                <a:latin typeface="Arial"/>
                <a:ea typeface="Arial"/>
                <a:cs typeface="Arial"/>
              </a:defRPr>
            </a:lvl7pPr>
            <a:lvl8pPr>
              <a:buNone/>
              <a:defRPr sz="900" b="0">
                <a:solidFill>
                  <a:srgbClr val="5B6758"/>
                </a:solidFill>
                <a:latin typeface="Arial"/>
                <a:ea typeface="Arial"/>
                <a:cs typeface="Arial"/>
              </a:defRPr>
            </a:lvl8pPr>
            <a:lvl9pPr>
              <a:buNone/>
              <a:defRPr sz="900" b="0">
                <a:solidFill>
                  <a:srgbClr val="5B6758"/>
                </a:solidFill>
                <a:latin typeface="Arial"/>
                <a:ea typeface="Arial"/>
                <a:cs typeface="Arial"/>
              </a:defRPr>
            </a:lvl9pPr>
          </a:lstStyle>
          <a:p xmlns:a="http://schemas.openxmlformats.org/drawingml/2006/main">
            <a:pPr>
              <a:buNone/>
              <a:defRPr sz="900" b="0">
                <a:solidFill>
                  <a:srgbClr val="5B6758"/>
                </a:solidFill>
                <a:latin typeface="Arial"/>
                <a:ea typeface="Arial"/>
                <a:cs typeface="Arial"/>
              </a:defRPr>
            </a:pPr>
            <a:r>
              <a:rPr sz="900" b="0">
                <a:solidFill>
                  <a:srgbClr val="5B6758"/>
                </a:solidFill>
                <a:latin typeface="Arial"/>
                <a:ea typeface="Arial"/>
                <a:cs typeface="Arial"/>
              </a:rPr>
              <a:t>08 / 13     5:15–6:00</a:t>
            </a:r>
          </a:p>
        </p:txBody>
      </p:sp>
      <p:sp>
        <p:nvSpPr>
          <p:cNvPr id="5" name="">
            <a:extLst xmlns:a="http://schemas.openxmlformats.org/drawingml/2006/main">
              <a:ext uri="{FF2B5EF4-FFF2-40B4-BE49-F238E27FC236}">
                <a16:creationId xmlns:a16="http://schemas.microsoft.com/office/drawing/2014/main" id="{8227AAB6-EE02-4D71-B738-736071F8BC7B}"/>
              </a:ext>
            </a:extLst>
          </p:cNvPr>
          <p:cNvSpPr>
            <a:spLocks xmlns:a="http://schemas.openxmlformats.org/drawingml/2006/main" noGrp="1"/>
          </p:cNvSpPr>
          <p:nvPr/>
        </p:nvSpPr>
        <p:spPr>
          <a:xfrm xmlns:a="http://schemas.openxmlformats.org/drawingml/2006/main">
            <a:off x="523875" y="1466850"/>
            <a:ext cx="5353050" cy="3352800"/>
          </a:xfrm>
          <a:prstGeom xmlns:a="http://schemas.openxmlformats.org/drawingml/2006/main" prst="roundRect">
            <a:avLst>
              <a:gd name="adj" fmla="val 2273"/>
            </a:avLst>
          </a:prstGeom>
          <a:solidFill xmlns:a="http://schemas.openxmlformats.org/drawingml/2006/main">
            <a:srgbClr val="FFFFFF"/>
          </a:solidFill>
          <a:ln xmlns:a="http://schemas.openxmlformats.org/drawingml/2006/main" w="9525">
            <a:solidFill>
              <a:srgbClr val="BBC8B3"/>
            </a:solidFill>
          </a:ln>
        </p:spPr>
      </p:sp>
      <p:pic>
        <p:nvPicPr>
          <p:cNvPr id="6" name="">
            <a:extLst xmlns:a="http://schemas.openxmlformats.org/drawingml/2006/main">
              <a:ext uri="{FF2B5EF4-FFF2-40B4-BE49-F238E27FC236}">
                <a16:creationId xmlns:a16="http://schemas.microsoft.com/office/drawing/2014/main" id="{684BAD16-3BA4-474A-9B99-6580CAFF5267}"/>
              </a:ext>
            </a:extLst>
          </p:cNvPr>
          <p:cNvPicPr>
            <a:picLocks xmlns:a="http://schemas.openxmlformats.org/drawingml/2006/main" noChangeAspect="1"/>
          </p:cNvPicPr>
          <p:nvPr/>
        </p:nvPicPr>
        <p:blipFill>
          <a:blip xmlns:r="http://schemas.openxmlformats.org/officeDocument/2006/relationships" xmlns:a="http://schemas.openxmlformats.org/drawingml/2006/main" r:embed="Rb337889820984e15"/>
          <a:stretch xmlns:a="http://schemas.openxmlformats.org/drawingml/2006/main"/>
        </p:blipFill>
        <p:spPr>
          <a:xfrm xmlns:a="http://schemas.openxmlformats.org/drawingml/2006/main">
            <a:off x="533400" y="1657216"/>
            <a:ext cx="5334000" cy="2972067"/>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FB30E7F-E936-4E9D-8333-7711EA314EB9}"/>
              </a:ext>
            </a:extLst>
          </p:cNvPr>
          <p:cNvSpPr>
            <a:spLocks xmlns:a="http://schemas.openxmlformats.org/drawingml/2006/main" noGrp="1"/>
          </p:cNvSpPr>
          <p:nvPr/>
        </p:nvSpPr>
        <p:spPr>
          <a:xfrm xmlns:a="http://schemas.openxmlformats.org/drawingml/2006/main">
            <a:off x="6315075" y="1466850"/>
            <a:ext cx="5353050" cy="3352800"/>
          </a:xfrm>
          <a:prstGeom xmlns:a="http://schemas.openxmlformats.org/drawingml/2006/main" prst="roundRect">
            <a:avLst>
              <a:gd name="adj" fmla="val 2273"/>
            </a:avLst>
          </a:prstGeom>
          <a:solidFill xmlns:a="http://schemas.openxmlformats.org/drawingml/2006/main">
            <a:srgbClr val="FFFFFF"/>
          </a:solidFill>
          <a:ln xmlns:a="http://schemas.openxmlformats.org/drawingml/2006/main" w="9525">
            <a:solidFill>
              <a:srgbClr val="BBC8B3"/>
            </a:solidFill>
          </a:ln>
        </p:spPr>
      </p:sp>
      <p:pic>
        <p:nvPicPr>
          <p:cNvPr id="8" name="">
            <a:extLst xmlns:a="http://schemas.openxmlformats.org/drawingml/2006/main">
              <a:ext uri="{FF2B5EF4-FFF2-40B4-BE49-F238E27FC236}">
                <a16:creationId xmlns:a16="http://schemas.microsoft.com/office/drawing/2014/main" id="{1CEFD34A-2823-48C0-8F10-E0A6EAFF84AB}"/>
              </a:ext>
            </a:extLst>
          </p:cNvPr>
          <p:cNvPicPr>
            <a:picLocks xmlns:a="http://schemas.openxmlformats.org/drawingml/2006/main" noChangeAspect="1"/>
          </p:cNvPicPr>
          <p:nvPr/>
        </p:nvPicPr>
        <p:blipFill>
          <a:blip xmlns:r="http://schemas.openxmlformats.org/officeDocument/2006/relationships" xmlns:a="http://schemas.openxmlformats.org/drawingml/2006/main" r:embed="R7e7f596d4aa243fb"/>
          <a:stretch xmlns:a="http://schemas.openxmlformats.org/drawingml/2006/main"/>
        </p:blipFill>
        <p:spPr>
          <a:xfrm xmlns:a="http://schemas.openxmlformats.org/drawingml/2006/main">
            <a:off x="6324600" y="1785938"/>
            <a:ext cx="5334000" cy="271462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26C5FAC5-5F87-4CAA-9683-18F142AD0984}"/>
              </a:ext>
            </a:extLst>
          </p:cNvPr>
          <p:cNvSpPr>
            <a:spLocks xmlns:a="http://schemas.openxmlformats.org/drawingml/2006/main" noGrp="1"/>
          </p:cNvSpPr>
          <p:nvPr/>
        </p:nvSpPr>
        <p:spPr>
          <a:xfrm xmlns:a="http://schemas.openxmlformats.org/drawingml/2006/main">
            <a:off x="533400" y="505777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84E3C"/>
                </a:solidFill>
                <a:latin typeface="Arial"/>
                <a:ea typeface="Arial"/>
                <a:cs typeface="Arial"/>
              </a:defRPr>
            </a:defPPr>
            <a:lvl1pPr>
              <a:buNone/>
              <a:defRPr sz="1800" b="1">
                <a:solidFill>
                  <a:srgbClr val="284E3C"/>
                </a:solidFill>
                <a:latin typeface="Arial"/>
                <a:ea typeface="Arial"/>
                <a:cs typeface="Arial"/>
              </a:defRPr>
            </a:lvl1pPr>
            <a:lvl2pPr>
              <a:buNone/>
              <a:defRPr sz="1800" b="1">
                <a:solidFill>
                  <a:srgbClr val="284E3C"/>
                </a:solidFill>
                <a:latin typeface="Arial"/>
                <a:ea typeface="Arial"/>
                <a:cs typeface="Arial"/>
              </a:defRPr>
            </a:lvl2pPr>
            <a:lvl3pPr>
              <a:buNone/>
              <a:defRPr sz="1800" b="1">
                <a:solidFill>
                  <a:srgbClr val="284E3C"/>
                </a:solidFill>
                <a:latin typeface="Arial"/>
                <a:ea typeface="Arial"/>
                <a:cs typeface="Arial"/>
              </a:defRPr>
            </a:lvl3pPr>
            <a:lvl4pPr>
              <a:buNone/>
              <a:defRPr sz="1800" b="1">
                <a:solidFill>
                  <a:srgbClr val="284E3C"/>
                </a:solidFill>
                <a:latin typeface="Arial"/>
                <a:ea typeface="Arial"/>
                <a:cs typeface="Arial"/>
              </a:defRPr>
            </a:lvl4pPr>
            <a:lvl5pPr>
              <a:buNone/>
              <a:defRPr sz="1800" b="1">
                <a:solidFill>
                  <a:srgbClr val="284E3C"/>
                </a:solidFill>
                <a:latin typeface="Arial"/>
                <a:ea typeface="Arial"/>
                <a:cs typeface="Arial"/>
              </a:defRPr>
            </a:lvl5pPr>
            <a:lvl6pPr>
              <a:buNone/>
              <a:defRPr sz="1800" b="1">
                <a:solidFill>
                  <a:srgbClr val="284E3C"/>
                </a:solidFill>
                <a:latin typeface="Arial"/>
                <a:ea typeface="Arial"/>
                <a:cs typeface="Arial"/>
              </a:defRPr>
            </a:lvl6pPr>
            <a:lvl7pPr>
              <a:buNone/>
              <a:defRPr sz="1800" b="1">
                <a:solidFill>
                  <a:srgbClr val="284E3C"/>
                </a:solidFill>
                <a:latin typeface="Arial"/>
                <a:ea typeface="Arial"/>
                <a:cs typeface="Arial"/>
              </a:defRPr>
            </a:lvl7pPr>
            <a:lvl8pPr>
              <a:buNone/>
              <a:defRPr sz="1800" b="1">
                <a:solidFill>
                  <a:srgbClr val="284E3C"/>
                </a:solidFill>
                <a:latin typeface="Arial"/>
                <a:ea typeface="Arial"/>
                <a:cs typeface="Arial"/>
              </a:defRPr>
            </a:lvl8pPr>
            <a:lvl9pPr>
              <a:buNone/>
              <a:defRPr sz="1800" b="1">
                <a:solidFill>
                  <a:srgbClr val="284E3C"/>
                </a:solidFill>
                <a:latin typeface="Arial"/>
                <a:ea typeface="Arial"/>
                <a:cs typeface="Arial"/>
              </a:defRPr>
            </a:lvl9pPr>
          </a:lstStyle>
          <a:p xmlns:a="http://schemas.openxmlformats.org/drawingml/2006/main">
            <a:pPr>
              <a:buNone/>
              <a:defRPr sz="1800" b="1">
                <a:solidFill>
                  <a:srgbClr val="284E3C"/>
                </a:solidFill>
                <a:latin typeface="Arial"/>
                <a:ea typeface="Arial"/>
                <a:cs typeface="Arial"/>
              </a:defRPr>
            </a:pPr>
            <a:r>
              <a:rPr sz="1800" b="1">
                <a:solidFill>
                  <a:srgbClr val="284E3C"/>
                </a:solidFill>
                <a:latin typeface="Arial"/>
                <a:ea typeface="Arial"/>
                <a:cs typeface="Arial"/>
              </a:rPr>
              <a:t>Products and stock</a:t>
            </a:r>
          </a:p>
        </p:txBody>
      </p:sp>
      <p:sp>
        <p:nvSpPr>
          <p:cNvPr id="10" name="">
            <a:extLst xmlns:a="http://schemas.openxmlformats.org/drawingml/2006/main">
              <a:ext uri="{FF2B5EF4-FFF2-40B4-BE49-F238E27FC236}">
                <a16:creationId xmlns:a16="http://schemas.microsoft.com/office/drawing/2014/main" id="{577D7632-AF08-4FF2-98E4-BBA3F57B0973}"/>
              </a:ext>
            </a:extLst>
          </p:cNvPr>
          <p:cNvSpPr>
            <a:spLocks xmlns:a="http://schemas.openxmlformats.org/drawingml/2006/main" noGrp="1"/>
          </p:cNvSpPr>
          <p:nvPr/>
        </p:nvSpPr>
        <p:spPr>
          <a:xfrm xmlns:a="http://schemas.openxmlformats.org/drawingml/2006/main">
            <a:off x="533400" y="5467350"/>
            <a:ext cx="5238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B6758"/>
                </a:solidFill>
                <a:latin typeface="Arial"/>
                <a:ea typeface="Arial"/>
                <a:cs typeface="Arial"/>
              </a:defRPr>
            </a:defPPr>
            <a:lvl1pPr>
              <a:buNone/>
              <a:defRPr sz="1425" b="0">
                <a:solidFill>
                  <a:srgbClr val="5B6758"/>
                </a:solidFill>
                <a:latin typeface="Arial"/>
                <a:ea typeface="Arial"/>
                <a:cs typeface="Arial"/>
              </a:defRPr>
            </a:lvl1pPr>
            <a:lvl2pPr>
              <a:buNone/>
              <a:defRPr sz="1425" b="0">
                <a:solidFill>
                  <a:srgbClr val="5B6758"/>
                </a:solidFill>
                <a:latin typeface="Arial"/>
                <a:ea typeface="Arial"/>
                <a:cs typeface="Arial"/>
              </a:defRPr>
            </a:lvl2pPr>
            <a:lvl3pPr>
              <a:buNone/>
              <a:defRPr sz="1425" b="0">
                <a:solidFill>
                  <a:srgbClr val="5B6758"/>
                </a:solidFill>
                <a:latin typeface="Arial"/>
                <a:ea typeface="Arial"/>
                <a:cs typeface="Arial"/>
              </a:defRPr>
            </a:lvl3pPr>
            <a:lvl4pPr>
              <a:buNone/>
              <a:defRPr sz="1425" b="0">
                <a:solidFill>
                  <a:srgbClr val="5B6758"/>
                </a:solidFill>
                <a:latin typeface="Arial"/>
                <a:ea typeface="Arial"/>
                <a:cs typeface="Arial"/>
              </a:defRPr>
            </a:lvl4pPr>
            <a:lvl5pPr>
              <a:buNone/>
              <a:defRPr sz="1425" b="0">
                <a:solidFill>
                  <a:srgbClr val="5B6758"/>
                </a:solidFill>
                <a:latin typeface="Arial"/>
                <a:ea typeface="Arial"/>
                <a:cs typeface="Arial"/>
              </a:defRPr>
            </a:lvl5pPr>
            <a:lvl6pPr>
              <a:buNone/>
              <a:defRPr sz="1425" b="0">
                <a:solidFill>
                  <a:srgbClr val="5B6758"/>
                </a:solidFill>
                <a:latin typeface="Arial"/>
                <a:ea typeface="Arial"/>
                <a:cs typeface="Arial"/>
              </a:defRPr>
            </a:lvl6pPr>
            <a:lvl7pPr>
              <a:buNone/>
              <a:defRPr sz="1425" b="0">
                <a:solidFill>
                  <a:srgbClr val="5B6758"/>
                </a:solidFill>
                <a:latin typeface="Arial"/>
                <a:ea typeface="Arial"/>
                <a:cs typeface="Arial"/>
              </a:defRPr>
            </a:lvl7pPr>
            <a:lvl8pPr>
              <a:buNone/>
              <a:defRPr sz="1425" b="0">
                <a:solidFill>
                  <a:srgbClr val="5B6758"/>
                </a:solidFill>
                <a:latin typeface="Arial"/>
                <a:ea typeface="Arial"/>
                <a:cs typeface="Arial"/>
              </a:defRPr>
            </a:lvl8pPr>
            <a:lvl9pPr>
              <a:buNone/>
              <a:defRPr sz="1425" b="0">
                <a:solidFill>
                  <a:srgbClr val="5B6758"/>
                </a:solidFill>
                <a:latin typeface="Arial"/>
                <a:ea typeface="Arial"/>
                <a:cs typeface="Arial"/>
              </a:defRPr>
            </a:lvl9pPr>
          </a:lstStyle>
          <a:p xmlns:a="http://schemas.openxmlformats.org/drawingml/2006/main">
            <a:pPr>
              <a:buNone/>
              <a:defRPr sz="1425" b="0">
                <a:solidFill>
                  <a:srgbClr val="5B6758"/>
                </a:solidFill>
                <a:latin typeface="Arial"/>
                <a:ea typeface="Arial"/>
                <a:cs typeface="Arial"/>
              </a:defRPr>
            </a:pPr>
            <a:r>
              <a:rPr sz="1425" b="0">
                <a:solidFill>
                  <a:srgbClr val="5B6758"/>
                </a:solidFill>
                <a:latin typeface="Arial"/>
                <a:ea typeface="Arial"/>
                <a:cs typeface="Arial"/>
              </a:rPr>
              <a:t>Search, filters, quantities and image management</a:t>
            </a:r>
          </a:p>
        </p:txBody>
      </p:sp>
      <p:sp>
        <p:nvSpPr>
          <p:cNvPr id="11" name="">
            <a:extLst xmlns:a="http://schemas.openxmlformats.org/drawingml/2006/main">
              <a:ext uri="{FF2B5EF4-FFF2-40B4-BE49-F238E27FC236}">
                <a16:creationId xmlns:a16="http://schemas.microsoft.com/office/drawing/2014/main" id="{5A5B6C01-FD76-4C75-9025-D95349A83275}"/>
              </a:ext>
            </a:extLst>
          </p:cNvPr>
          <p:cNvSpPr>
            <a:spLocks xmlns:a="http://schemas.openxmlformats.org/drawingml/2006/main" noGrp="1"/>
          </p:cNvSpPr>
          <p:nvPr/>
        </p:nvSpPr>
        <p:spPr>
          <a:xfrm xmlns:a="http://schemas.openxmlformats.org/drawingml/2006/main">
            <a:off x="6324600" y="505777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84E3C"/>
                </a:solidFill>
                <a:latin typeface="Arial"/>
                <a:ea typeface="Arial"/>
                <a:cs typeface="Arial"/>
              </a:defRPr>
            </a:defPPr>
            <a:lvl1pPr>
              <a:buNone/>
              <a:defRPr sz="1800" b="1">
                <a:solidFill>
                  <a:srgbClr val="284E3C"/>
                </a:solidFill>
                <a:latin typeface="Arial"/>
                <a:ea typeface="Arial"/>
                <a:cs typeface="Arial"/>
              </a:defRPr>
            </a:lvl1pPr>
            <a:lvl2pPr>
              <a:buNone/>
              <a:defRPr sz="1800" b="1">
                <a:solidFill>
                  <a:srgbClr val="284E3C"/>
                </a:solidFill>
                <a:latin typeface="Arial"/>
                <a:ea typeface="Arial"/>
                <a:cs typeface="Arial"/>
              </a:defRPr>
            </a:lvl2pPr>
            <a:lvl3pPr>
              <a:buNone/>
              <a:defRPr sz="1800" b="1">
                <a:solidFill>
                  <a:srgbClr val="284E3C"/>
                </a:solidFill>
                <a:latin typeface="Arial"/>
                <a:ea typeface="Arial"/>
                <a:cs typeface="Arial"/>
              </a:defRPr>
            </a:lvl3pPr>
            <a:lvl4pPr>
              <a:buNone/>
              <a:defRPr sz="1800" b="1">
                <a:solidFill>
                  <a:srgbClr val="284E3C"/>
                </a:solidFill>
                <a:latin typeface="Arial"/>
                <a:ea typeface="Arial"/>
                <a:cs typeface="Arial"/>
              </a:defRPr>
            </a:lvl4pPr>
            <a:lvl5pPr>
              <a:buNone/>
              <a:defRPr sz="1800" b="1">
                <a:solidFill>
                  <a:srgbClr val="284E3C"/>
                </a:solidFill>
                <a:latin typeface="Arial"/>
                <a:ea typeface="Arial"/>
                <a:cs typeface="Arial"/>
              </a:defRPr>
            </a:lvl5pPr>
            <a:lvl6pPr>
              <a:buNone/>
              <a:defRPr sz="1800" b="1">
                <a:solidFill>
                  <a:srgbClr val="284E3C"/>
                </a:solidFill>
                <a:latin typeface="Arial"/>
                <a:ea typeface="Arial"/>
                <a:cs typeface="Arial"/>
              </a:defRPr>
            </a:lvl6pPr>
            <a:lvl7pPr>
              <a:buNone/>
              <a:defRPr sz="1800" b="1">
                <a:solidFill>
                  <a:srgbClr val="284E3C"/>
                </a:solidFill>
                <a:latin typeface="Arial"/>
                <a:ea typeface="Arial"/>
                <a:cs typeface="Arial"/>
              </a:defRPr>
            </a:lvl7pPr>
            <a:lvl8pPr>
              <a:buNone/>
              <a:defRPr sz="1800" b="1">
                <a:solidFill>
                  <a:srgbClr val="284E3C"/>
                </a:solidFill>
                <a:latin typeface="Arial"/>
                <a:ea typeface="Arial"/>
                <a:cs typeface="Arial"/>
              </a:defRPr>
            </a:lvl8pPr>
            <a:lvl9pPr>
              <a:buNone/>
              <a:defRPr sz="1800" b="1">
                <a:solidFill>
                  <a:srgbClr val="284E3C"/>
                </a:solidFill>
                <a:latin typeface="Arial"/>
                <a:ea typeface="Arial"/>
                <a:cs typeface="Arial"/>
              </a:defRPr>
            </a:lvl9pPr>
          </a:lstStyle>
          <a:p xmlns:a="http://schemas.openxmlformats.org/drawingml/2006/main">
            <a:pPr>
              <a:buNone/>
              <a:defRPr sz="1800" b="1">
                <a:solidFill>
                  <a:srgbClr val="284E3C"/>
                </a:solidFill>
                <a:latin typeface="Arial"/>
                <a:ea typeface="Arial"/>
                <a:cs typeface="Arial"/>
              </a:defRPr>
            </a:pPr>
            <a:r>
              <a:rPr sz="1800" b="1">
                <a:solidFill>
                  <a:srgbClr val="284E3C"/>
                </a:solidFill>
                <a:latin typeface="Arial"/>
                <a:ea typeface="Arial"/>
                <a:cs typeface="Arial"/>
              </a:rPr>
              <a:t>Packages and operations</a:t>
            </a:r>
          </a:p>
        </p:txBody>
      </p:sp>
      <p:sp>
        <p:nvSpPr>
          <p:cNvPr id="12" name="">
            <a:extLst xmlns:a="http://schemas.openxmlformats.org/drawingml/2006/main">
              <a:ext uri="{FF2B5EF4-FFF2-40B4-BE49-F238E27FC236}">
                <a16:creationId xmlns:a16="http://schemas.microsoft.com/office/drawing/2014/main" id="{14437CAE-A2D7-4DE6-B77E-CC85BFC91117}"/>
              </a:ext>
            </a:extLst>
          </p:cNvPr>
          <p:cNvSpPr>
            <a:spLocks xmlns:a="http://schemas.openxmlformats.org/drawingml/2006/main" noGrp="1"/>
          </p:cNvSpPr>
          <p:nvPr/>
        </p:nvSpPr>
        <p:spPr>
          <a:xfrm xmlns:a="http://schemas.openxmlformats.org/drawingml/2006/main">
            <a:off x="6324600" y="5467350"/>
            <a:ext cx="5238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B6758"/>
                </a:solidFill>
                <a:latin typeface="Arial"/>
                <a:ea typeface="Arial"/>
                <a:cs typeface="Arial"/>
              </a:defRPr>
            </a:defPPr>
            <a:lvl1pPr>
              <a:buNone/>
              <a:defRPr sz="1425" b="0">
                <a:solidFill>
                  <a:srgbClr val="5B6758"/>
                </a:solidFill>
                <a:latin typeface="Arial"/>
                <a:ea typeface="Arial"/>
                <a:cs typeface="Arial"/>
              </a:defRPr>
            </a:lvl1pPr>
            <a:lvl2pPr>
              <a:buNone/>
              <a:defRPr sz="1425" b="0">
                <a:solidFill>
                  <a:srgbClr val="5B6758"/>
                </a:solidFill>
                <a:latin typeface="Arial"/>
                <a:ea typeface="Arial"/>
                <a:cs typeface="Arial"/>
              </a:defRPr>
            </a:lvl2pPr>
            <a:lvl3pPr>
              <a:buNone/>
              <a:defRPr sz="1425" b="0">
                <a:solidFill>
                  <a:srgbClr val="5B6758"/>
                </a:solidFill>
                <a:latin typeface="Arial"/>
                <a:ea typeface="Arial"/>
                <a:cs typeface="Arial"/>
              </a:defRPr>
            </a:lvl3pPr>
            <a:lvl4pPr>
              <a:buNone/>
              <a:defRPr sz="1425" b="0">
                <a:solidFill>
                  <a:srgbClr val="5B6758"/>
                </a:solidFill>
                <a:latin typeface="Arial"/>
                <a:ea typeface="Arial"/>
                <a:cs typeface="Arial"/>
              </a:defRPr>
            </a:lvl4pPr>
            <a:lvl5pPr>
              <a:buNone/>
              <a:defRPr sz="1425" b="0">
                <a:solidFill>
                  <a:srgbClr val="5B6758"/>
                </a:solidFill>
                <a:latin typeface="Arial"/>
                <a:ea typeface="Arial"/>
                <a:cs typeface="Arial"/>
              </a:defRPr>
            </a:lvl5pPr>
            <a:lvl6pPr>
              <a:buNone/>
              <a:defRPr sz="1425" b="0">
                <a:solidFill>
                  <a:srgbClr val="5B6758"/>
                </a:solidFill>
                <a:latin typeface="Arial"/>
                <a:ea typeface="Arial"/>
                <a:cs typeface="Arial"/>
              </a:defRPr>
            </a:lvl6pPr>
            <a:lvl7pPr>
              <a:buNone/>
              <a:defRPr sz="1425" b="0">
                <a:solidFill>
                  <a:srgbClr val="5B6758"/>
                </a:solidFill>
                <a:latin typeface="Arial"/>
                <a:ea typeface="Arial"/>
                <a:cs typeface="Arial"/>
              </a:defRPr>
            </a:lvl7pPr>
            <a:lvl8pPr>
              <a:buNone/>
              <a:defRPr sz="1425" b="0">
                <a:solidFill>
                  <a:srgbClr val="5B6758"/>
                </a:solidFill>
                <a:latin typeface="Arial"/>
                <a:ea typeface="Arial"/>
                <a:cs typeface="Arial"/>
              </a:defRPr>
            </a:lvl8pPr>
            <a:lvl9pPr>
              <a:buNone/>
              <a:defRPr sz="1425" b="0">
                <a:solidFill>
                  <a:srgbClr val="5B6758"/>
                </a:solidFill>
                <a:latin typeface="Arial"/>
                <a:ea typeface="Arial"/>
                <a:cs typeface="Arial"/>
              </a:defRPr>
            </a:lvl9pPr>
          </a:lstStyle>
          <a:p xmlns:a="http://schemas.openxmlformats.org/drawingml/2006/main">
            <a:pPr>
              <a:buNone/>
              <a:defRPr sz="1425" b="0">
                <a:solidFill>
                  <a:srgbClr val="5B6758"/>
                </a:solidFill>
                <a:latin typeface="Arial"/>
                <a:ea typeface="Arial"/>
                <a:cs typeface="Arial"/>
              </a:defRPr>
            </a:pPr>
            <a:r>
              <a:rPr sz="1425" b="0">
                <a:solidFill>
                  <a:srgbClr val="5B6758"/>
                </a:solidFill>
                <a:latin typeface="Arial"/>
                <a:ea typeface="Arial"/>
                <a:cs typeface="Arial"/>
              </a:rPr>
              <a:t>Package controls, orders, customers, messages and reviews</a:t>
            </a:r>
          </a:p>
        </p:txBody>
      </p:sp>
    </p:spTree>
    <p:extLst>
      <p:ext uri="{BB962C8B-B14F-4D97-AF65-F5344CB8AC3E}">
        <p14:creationId xmlns:p14="http://schemas.microsoft.com/office/powerpoint/2010/main" val="687041230"/>
      </p:ext>
    </p:extLst>
  </p:cSld>
</p:sld>
</file>

<file path=ppt/slides/slide9.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EFF6F61-5E17-4C40-AAD3-EF4873CC95DD}"/>
              </a:ext>
            </a:extLst>
          </p:cNvPr>
          <p:cNvSpPr>
            <a:spLocks xmlns:a="http://schemas.openxmlformats.org/drawingml/2006/main" noGrp="1"/>
          </p:cNvSpPr>
          <p:nvPr/>
        </p:nvSpPr>
        <p:spPr>
          <a:xfrm xmlns:a="http://schemas.openxmlformats.org/drawingml/2006/main">
            <a:off x="533400" y="400050"/>
            <a:ext cx="111252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284E3C"/>
                </a:solidFill>
                <a:latin typeface="Arial"/>
                <a:ea typeface="Arial"/>
                <a:cs typeface="Arial"/>
              </a:defRPr>
            </a:defPPr>
            <a:lvl1pPr>
              <a:defRPr sz="2850" b="1">
                <a:solidFill>
                  <a:srgbClr val="284E3C"/>
                </a:solidFill>
                <a:latin typeface="Arial"/>
                <a:ea typeface="Arial"/>
                <a:cs typeface="Arial"/>
              </a:defRPr>
            </a:lvl1pPr>
            <a:lvl2pPr>
              <a:defRPr sz="2850" b="1">
                <a:solidFill>
                  <a:srgbClr val="284E3C"/>
                </a:solidFill>
                <a:latin typeface="Arial"/>
                <a:ea typeface="Arial"/>
                <a:cs typeface="Arial"/>
              </a:defRPr>
            </a:lvl2pPr>
            <a:lvl3pPr>
              <a:defRPr sz="2850" b="1">
                <a:solidFill>
                  <a:srgbClr val="284E3C"/>
                </a:solidFill>
                <a:latin typeface="Arial"/>
                <a:ea typeface="Arial"/>
                <a:cs typeface="Arial"/>
              </a:defRPr>
            </a:lvl3pPr>
            <a:lvl4pPr>
              <a:defRPr sz="2850" b="1">
                <a:solidFill>
                  <a:srgbClr val="284E3C"/>
                </a:solidFill>
                <a:latin typeface="Arial"/>
                <a:ea typeface="Arial"/>
                <a:cs typeface="Arial"/>
              </a:defRPr>
            </a:lvl4pPr>
            <a:lvl5pPr>
              <a:defRPr sz="2850" b="1">
                <a:solidFill>
                  <a:srgbClr val="284E3C"/>
                </a:solidFill>
                <a:latin typeface="Arial"/>
                <a:ea typeface="Arial"/>
                <a:cs typeface="Arial"/>
              </a:defRPr>
            </a:lvl5pPr>
            <a:lvl6pPr>
              <a:defRPr sz="2850" b="1">
                <a:solidFill>
                  <a:srgbClr val="284E3C"/>
                </a:solidFill>
                <a:latin typeface="Arial"/>
                <a:ea typeface="Arial"/>
                <a:cs typeface="Arial"/>
              </a:defRPr>
            </a:lvl6pPr>
            <a:lvl7pPr>
              <a:defRPr sz="2850" b="1">
                <a:solidFill>
                  <a:srgbClr val="284E3C"/>
                </a:solidFill>
                <a:latin typeface="Arial"/>
                <a:ea typeface="Arial"/>
                <a:cs typeface="Arial"/>
              </a:defRPr>
            </a:lvl7pPr>
            <a:lvl8pPr>
              <a:defRPr sz="2850" b="1">
                <a:solidFill>
                  <a:srgbClr val="284E3C"/>
                </a:solidFill>
                <a:latin typeface="Arial"/>
                <a:ea typeface="Arial"/>
                <a:cs typeface="Arial"/>
              </a:defRPr>
            </a:lvl8pPr>
            <a:lvl9pPr>
              <a:defRPr sz="2850" b="1">
                <a:solidFill>
                  <a:srgbClr val="284E3C"/>
                </a:solidFill>
                <a:latin typeface="Arial"/>
                <a:ea typeface="Arial"/>
                <a:cs typeface="Arial"/>
              </a:defRPr>
            </a:lvl9pPr>
          </a:lstStyle>
          <a:p xmlns:a="http://schemas.openxmlformats.org/drawingml/2006/main">
            <a:pPr>
              <a:defRPr sz="2850" b="1">
                <a:solidFill>
                  <a:srgbClr val="284E3C"/>
                </a:solidFill>
                <a:latin typeface="Arial"/>
                <a:ea typeface="Arial"/>
                <a:cs typeface="Arial"/>
              </a:defRPr>
            </a:pPr>
            <a:r>
              <a:rPr sz="2850" b="1">
                <a:solidFill>
                  <a:srgbClr val="284E3C"/>
                </a:solidFill>
                <a:latin typeface="Arial"/>
                <a:ea typeface="Arial"/>
                <a:cs typeface="Arial"/>
              </a:rPr>
              <a:t>Product image management</a:t>
            </a:r>
          </a:p>
        </p:txBody>
      </p:sp>
      <p:sp>
        <p:nvSpPr>
          <p:cNvPr id="2" name="">
            <a:extLst xmlns:a="http://schemas.openxmlformats.org/drawingml/2006/main">
              <a:ext uri="{FF2B5EF4-FFF2-40B4-BE49-F238E27FC236}">
                <a16:creationId xmlns:a16="http://schemas.microsoft.com/office/drawing/2014/main" id="{2D1B32C0-50F1-4803-8D88-04FBFE657508}"/>
              </a:ext>
            </a:extLst>
          </p:cNvPr>
          <p:cNvSpPr>
            <a:spLocks xmlns:a="http://schemas.openxmlformats.org/drawingml/2006/main" noGrp="1"/>
          </p:cNvSpPr>
          <p:nvPr/>
        </p:nvSpPr>
        <p:spPr>
          <a:xfrm xmlns:a="http://schemas.openxmlformats.org/drawingml/2006/main">
            <a:off x="533400" y="6286500"/>
            <a:ext cx="11125200" cy="9525"/>
          </a:xfrm>
          <a:prstGeom xmlns:a="http://schemas.openxmlformats.org/drawingml/2006/main" prst="rect">
            <a:avLst/>
          </a:prstGeom>
          <a:solidFill xmlns:a="http://schemas.openxmlformats.org/drawingml/2006/main">
            <a:srgbClr val="BBC8B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F4D9221-1523-432E-8C78-4A0ACA98D504}"/>
              </a:ext>
            </a:extLst>
          </p:cNvPr>
          <p:cNvSpPr>
            <a:spLocks xmlns:a="http://schemas.openxmlformats.org/drawingml/2006/main" noGrp="1"/>
          </p:cNvSpPr>
          <p:nvPr/>
        </p:nvSpPr>
        <p:spPr>
          <a:xfrm xmlns:a="http://schemas.openxmlformats.org/drawingml/2006/main">
            <a:off x="533400" y="6448425"/>
            <a:ext cx="323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1">
                <a:solidFill>
                  <a:srgbClr val="5B6758"/>
                </a:solidFill>
                <a:latin typeface="Arial"/>
                <a:ea typeface="Arial"/>
                <a:cs typeface="Arial"/>
              </a:defRPr>
            </a:defPPr>
            <a:lvl1pPr>
              <a:defRPr sz="900" b="1">
                <a:solidFill>
                  <a:srgbClr val="5B6758"/>
                </a:solidFill>
                <a:latin typeface="Arial"/>
                <a:ea typeface="Arial"/>
                <a:cs typeface="Arial"/>
              </a:defRPr>
            </a:lvl1pPr>
            <a:lvl2pPr>
              <a:defRPr sz="900" b="1">
                <a:solidFill>
                  <a:srgbClr val="5B6758"/>
                </a:solidFill>
                <a:latin typeface="Arial"/>
                <a:ea typeface="Arial"/>
                <a:cs typeface="Arial"/>
              </a:defRPr>
            </a:lvl2pPr>
            <a:lvl3pPr>
              <a:defRPr sz="900" b="1">
                <a:solidFill>
                  <a:srgbClr val="5B6758"/>
                </a:solidFill>
                <a:latin typeface="Arial"/>
                <a:ea typeface="Arial"/>
                <a:cs typeface="Arial"/>
              </a:defRPr>
            </a:lvl3pPr>
            <a:lvl4pPr>
              <a:defRPr sz="900" b="1">
                <a:solidFill>
                  <a:srgbClr val="5B6758"/>
                </a:solidFill>
                <a:latin typeface="Arial"/>
                <a:ea typeface="Arial"/>
                <a:cs typeface="Arial"/>
              </a:defRPr>
            </a:lvl4pPr>
            <a:lvl5pPr>
              <a:defRPr sz="900" b="1">
                <a:solidFill>
                  <a:srgbClr val="5B6758"/>
                </a:solidFill>
                <a:latin typeface="Arial"/>
                <a:ea typeface="Arial"/>
                <a:cs typeface="Arial"/>
              </a:defRPr>
            </a:lvl5pPr>
            <a:lvl6pPr>
              <a:defRPr sz="900" b="1">
                <a:solidFill>
                  <a:srgbClr val="5B6758"/>
                </a:solidFill>
                <a:latin typeface="Arial"/>
                <a:ea typeface="Arial"/>
                <a:cs typeface="Arial"/>
              </a:defRPr>
            </a:lvl6pPr>
            <a:lvl7pPr>
              <a:defRPr sz="900" b="1">
                <a:solidFill>
                  <a:srgbClr val="5B6758"/>
                </a:solidFill>
                <a:latin typeface="Arial"/>
                <a:ea typeface="Arial"/>
                <a:cs typeface="Arial"/>
              </a:defRPr>
            </a:lvl7pPr>
            <a:lvl8pPr>
              <a:defRPr sz="900" b="1">
                <a:solidFill>
                  <a:srgbClr val="5B6758"/>
                </a:solidFill>
                <a:latin typeface="Arial"/>
                <a:ea typeface="Arial"/>
                <a:cs typeface="Arial"/>
              </a:defRPr>
            </a:lvl8pPr>
            <a:lvl9pPr>
              <a:defRPr sz="900" b="1">
                <a:solidFill>
                  <a:srgbClr val="5B6758"/>
                </a:solidFill>
                <a:latin typeface="Arial"/>
                <a:ea typeface="Arial"/>
                <a:cs typeface="Arial"/>
              </a:defRPr>
            </a:lvl9pPr>
          </a:lstStyle>
          <a:p xmlns:a="http://schemas.openxmlformats.org/drawingml/2006/main">
            <a:pPr>
              <a:defRPr sz="900" b="1">
                <a:solidFill>
                  <a:srgbClr val="5B6758"/>
                </a:solidFill>
                <a:latin typeface="Arial"/>
                <a:ea typeface="Arial"/>
                <a:cs typeface="Arial"/>
              </a:defRPr>
            </a:pPr>
            <a:r>
              <a:rPr sz="900" b="1">
                <a:solidFill>
                  <a:srgbClr val="5B6758"/>
                </a:solidFill>
                <a:latin typeface="Arial"/>
                <a:ea typeface="Arial"/>
                <a:cs typeface="Arial"/>
              </a:rPr>
              <a:t>NABTA BOTANICAL</a:t>
            </a:r>
          </a:p>
        </p:txBody>
      </p:sp>
      <p:sp>
        <p:nvSpPr>
          <p:cNvPr id="4" name="">
            <a:extLst xmlns:a="http://schemas.openxmlformats.org/drawingml/2006/main">
              <a:ext uri="{FF2B5EF4-FFF2-40B4-BE49-F238E27FC236}">
                <a16:creationId xmlns:a16="http://schemas.microsoft.com/office/drawing/2014/main" id="{2CE71A0D-979C-46AF-BDE9-620696B7209F}"/>
              </a:ext>
            </a:extLst>
          </p:cNvPr>
          <p:cNvSpPr>
            <a:spLocks xmlns:a="http://schemas.openxmlformats.org/drawingml/2006/main" noGrp="1"/>
          </p:cNvSpPr>
          <p:nvPr/>
        </p:nvSpPr>
        <p:spPr>
          <a:xfrm xmlns:a="http://schemas.openxmlformats.org/drawingml/2006/main">
            <a:off x="9239250" y="6448425"/>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0">
                <a:solidFill>
                  <a:srgbClr val="5B6758"/>
                </a:solidFill>
                <a:latin typeface="Arial"/>
                <a:ea typeface="Arial"/>
                <a:cs typeface="Arial"/>
              </a:defRPr>
            </a:defPPr>
            <a:lvl1pPr>
              <a:defRPr sz="900" b="0">
                <a:solidFill>
                  <a:srgbClr val="5B6758"/>
                </a:solidFill>
                <a:latin typeface="Arial"/>
                <a:ea typeface="Arial"/>
                <a:cs typeface="Arial"/>
              </a:defRPr>
            </a:lvl1pPr>
            <a:lvl2pPr>
              <a:defRPr sz="900" b="0">
                <a:solidFill>
                  <a:srgbClr val="5B6758"/>
                </a:solidFill>
                <a:latin typeface="Arial"/>
                <a:ea typeface="Arial"/>
                <a:cs typeface="Arial"/>
              </a:defRPr>
            </a:lvl2pPr>
            <a:lvl3pPr>
              <a:defRPr sz="900" b="0">
                <a:solidFill>
                  <a:srgbClr val="5B6758"/>
                </a:solidFill>
                <a:latin typeface="Arial"/>
                <a:ea typeface="Arial"/>
                <a:cs typeface="Arial"/>
              </a:defRPr>
            </a:lvl3pPr>
            <a:lvl4pPr>
              <a:defRPr sz="900" b="0">
                <a:solidFill>
                  <a:srgbClr val="5B6758"/>
                </a:solidFill>
                <a:latin typeface="Arial"/>
                <a:ea typeface="Arial"/>
                <a:cs typeface="Arial"/>
              </a:defRPr>
            </a:lvl4pPr>
            <a:lvl5pPr>
              <a:defRPr sz="900" b="0">
                <a:solidFill>
                  <a:srgbClr val="5B6758"/>
                </a:solidFill>
                <a:latin typeface="Arial"/>
                <a:ea typeface="Arial"/>
                <a:cs typeface="Arial"/>
              </a:defRPr>
            </a:lvl5pPr>
            <a:lvl6pPr>
              <a:defRPr sz="900" b="0">
                <a:solidFill>
                  <a:srgbClr val="5B6758"/>
                </a:solidFill>
                <a:latin typeface="Arial"/>
                <a:ea typeface="Arial"/>
                <a:cs typeface="Arial"/>
              </a:defRPr>
            </a:lvl6pPr>
            <a:lvl7pPr>
              <a:defRPr sz="900" b="0">
                <a:solidFill>
                  <a:srgbClr val="5B6758"/>
                </a:solidFill>
                <a:latin typeface="Arial"/>
                <a:ea typeface="Arial"/>
                <a:cs typeface="Arial"/>
              </a:defRPr>
            </a:lvl7pPr>
            <a:lvl8pPr>
              <a:defRPr sz="900" b="0">
                <a:solidFill>
                  <a:srgbClr val="5B6758"/>
                </a:solidFill>
                <a:latin typeface="Arial"/>
                <a:ea typeface="Arial"/>
                <a:cs typeface="Arial"/>
              </a:defRPr>
            </a:lvl8pPr>
            <a:lvl9pPr>
              <a:defRPr sz="900" b="0">
                <a:solidFill>
                  <a:srgbClr val="5B6758"/>
                </a:solidFill>
                <a:latin typeface="Arial"/>
                <a:ea typeface="Arial"/>
                <a:cs typeface="Arial"/>
              </a:defRPr>
            </a:lvl9pPr>
          </a:lstStyle>
          <a:p xmlns:a="http://schemas.openxmlformats.org/drawingml/2006/main">
            <a:pPr>
              <a:defRPr sz="900" b="0">
                <a:solidFill>
                  <a:srgbClr val="5B6758"/>
                </a:solidFill>
                <a:latin typeface="Arial"/>
                <a:ea typeface="Arial"/>
                <a:cs typeface="Arial"/>
              </a:defRPr>
            </a:pPr>
            <a:r>
              <a:rPr sz="900" b="0">
                <a:solidFill>
                  <a:srgbClr val="5B6758"/>
                </a:solidFill>
                <a:latin typeface="Arial"/>
                <a:ea typeface="Arial"/>
                <a:cs typeface="Arial"/>
              </a:rPr>
              <a:t>09 / 13     6:00–6:40</a:t>
            </a:r>
          </a:p>
        </p:txBody>
      </p:sp>
      <p:sp>
        <p:nvSpPr>
          <p:cNvPr id="5" name="">
            <a:extLst xmlns:a="http://schemas.openxmlformats.org/drawingml/2006/main">
              <a:ext uri="{FF2B5EF4-FFF2-40B4-BE49-F238E27FC236}">
                <a16:creationId xmlns:a16="http://schemas.microsoft.com/office/drawing/2014/main" id="{7A3281A1-3CAB-4DEF-869A-51620AF167E6}"/>
              </a:ext>
            </a:extLst>
          </p:cNvPr>
          <p:cNvSpPr>
            <a:spLocks xmlns:a="http://schemas.openxmlformats.org/drawingml/2006/main" noGrp="1"/>
          </p:cNvSpPr>
          <p:nvPr/>
        </p:nvSpPr>
        <p:spPr>
          <a:xfrm xmlns:a="http://schemas.openxmlformats.org/drawingml/2006/main">
            <a:off x="533400" y="1657350"/>
            <a:ext cx="657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84E3C"/>
                </a:solidFill>
                <a:latin typeface="Arial"/>
                <a:ea typeface="Arial"/>
                <a:cs typeface="Arial"/>
              </a:defRPr>
            </a:defPPr>
            <a:lvl1pPr>
              <a:defRPr sz="1800" b="1">
                <a:solidFill>
                  <a:srgbClr val="284E3C"/>
                </a:solidFill>
                <a:latin typeface="Arial"/>
                <a:ea typeface="Arial"/>
                <a:cs typeface="Arial"/>
              </a:defRPr>
            </a:lvl1pPr>
            <a:lvl2pPr>
              <a:defRPr sz="1800" b="1">
                <a:solidFill>
                  <a:srgbClr val="284E3C"/>
                </a:solidFill>
                <a:latin typeface="Arial"/>
                <a:ea typeface="Arial"/>
                <a:cs typeface="Arial"/>
              </a:defRPr>
            </a:lvl2pPr>
            <a:lvl3pPr>
              <a:defRPr sz="1800" b="1">
                <a:solidFill>
                  <a:srgbClr val="284E3C"/>
                </a:solidFill>
                <a:latin typeface="Arial"/>
                <a:ea typeface="Arial"/>
                <a:cs typeface="Arial"/>
              </a:defRPr>
            </a:lvl3pPr>
            <a:lvl4pPr>
              <a:defRPr sz="1800" b="1">
                <a:solidFill>
                  <a:srgbClr val="284E3C"/>
                </a:solidFill>
                <a:latin typeface="Arial"/>
                <a:ea typeface="Arial"/>
                <a:cs typeface="Arial"/>
              </a:defRPr>
            </a:lvl4pPr>
            <a:lvl5pPr>
              <a:defRPr sz="1800" b="1">
                <a:solidFill>
                  <a:srgbClr val="284E3C"/>
                </a:solidFill>
                <a:latin typeface="Arial"/>
                <a:ea typeface="Arial"/>
                <a:cs typeface="Arial"/>
              </a:defRPr>
            </a:lvl5pPr>
            <a:lvl6pPr>
              <a:defRPr sz="1800" b="1">
                <a:solidFill>
                  <a:srgbClr val="284E3C"/>
                </a:solidFill>
                <a:latin typeface="Arial"/>
                <a:ea typeface="Arial"/>
                <a:cs typeface="Arial"/>
              </a:defRPr>
            </a:lvl6pPr>
            <a:lvl7pPr>
              <a:defRPr sz="1800" b="1">
                <a:solidFill>
                  <a:srgbClr val="284E3C"/>
                </a:solidFill>
                <a:latin typeface="Arial"/>
                <a:ea typeface="Arial"/>
                <a:cs typeface="Arial"/>
              </a:defRPr>
            </a:lvl7pPr>
            <a:lvl8pPr>
              <a:defRPr sz="1800" b="1">
                <a:solidFill>
                  <a:srgbClr val="284E3C"/>
                </a:solidFill>
                <a:latin typeface="Arial"/>
                <a:ea typeface="Arial"/>
                <a:cs typeface="Arial"/>
              </a:defRPr>
            </a:lvl8pPr>
            <a:lvl9pPr>
              <a:defRPr sz="1800" b="1">
                <a:solidFill>
                  <a:srgbClr val="284E3C"/>
                </a:solidFill>
                <a:latin typeface="Arial"/>
                <a:ea typeface="Arial"/>
                <a:cs typeface="Arial"/>
              </a:defRPr>
            </a:lvl9pPr>
          </a:lstStyle>
          <a:p xmlns:a="http://schemas.openxmlformats.org/drawingml/2006/main">
            <a:pPr>
              <a:defRPr sz="1800" b="1">
                <a:solidFill>
                  <a:srgbClr val="284E3C"/>
                </a:solidFill>
                <a:latin typeface="Arial"/>
                <a:ea typeface="Arial"/>
                <a:cs typeface="Arial"/>
              </a:defRPr>
            </a:pPr>
            <a:r>
              <a:rPr sz="1800" b="1">
                <a:solidFill>
                  <a:srgbClr val="284E3C"/>
                </a:solidFill>
                <a:latin typeface="Arial"/>
                <a:ea typeface="Arial"/>
                <a:cs typeface="Arial"/>
              </a:rPr>
              <a:t>Control the gallery</a:t>
            </a:r>
          </a:p>
        </p:txBody>
      </p:sp>
      <p:sp>
        <p:nvSpPr>
          <p:cNvPr id="6" name="">
            <a:extLst xmlns:a="http://schemas.openxmlformats.org/drawingml/2006/main">
              <a:ext uri="{FF2B5EF4-FFF2-40B4-BE49-F238E27FC236}">
                <a16:creationId xmlns:a16="http://schemas.microsoft.com/office/drawing/2014/main" id="{07CA520C-B76D-4208-B1C4-A402112E2E7A}"/>
              </a:ext>
            </a:extLst>
          </p:cNvPr>
          <p:cNvSpPr>
            <a:spLocks xmlns:a="http://schemas.openxmlformats.org/drawingml/2006/main" noGrp="1"/>
          </p:cNvSpPr>
          <p:nvPr/>
        </p:nvSpPr>
        <p:spPr>
          <a:xfrm xmlns:a="http://schemas.openxmlformats.org/drawingml/2006/main">
            <a:off x="533400" y="2066925"/>
            <a:ext cx="657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B6758"/>
                </a:solidFill>
                <a:latin typeface="Arial"/>
                <a:ea typeface="Arial"/>
                <a:cs typeface="Arial"/>
              </a:defRPr>
            </a:defPPr>
            <a:lvl1pPr>
              <a:defRPr sz="1425" b="0">
                <a:solidFill>
                  <a:srgbClr val="5B6758"/>
                </a:solidFill>
                <a:latin typeface="Arial"/>
                <a:ea typeface="Arial"/>
                <a:cs typeface="Arial"/>
              </a:defRPr>
            </a:lvl1pPr>
            <a:lvl2pPr>
              <a:defRPr sz="1425" b="0">
                <a:solidFill>
                  <a:srgbClr val="5B6758"/>
                </a:solidFill>
                <a:latin typeface="Arial"/>
                <a:ea typeface="Arial"/>
                <a:cs typeface="Arial"/>
              </a:defRPr>
            </a:lvl2pPr>
            <a:lvl3pPr>
              <a:defRPr sz="1425" b="0">
                <a:solidFill>
                  <a:srgbClr val="5B6758"/>
                </a:solidFill>
                <a:latin typeface="Arial"/>
                <a:ea typeface="Arial"/>
                <a:cs typeface="Arial"/>
              </a:defRPr>
            </a:lvl3pPr>
            <a:lvl4pPr>
              <a:defRPr sz="1425" b="0">
                <a:solidFill>
                  <a:srgbClr val="5B6758"/>
                </a:solidFill>
                <a:latin typeface="Arial"/>
                <a:ea typeface="Arial"/>
                <a:cs typeface="Arial"/>
              </a:defRPr>
            </a:lvl4pPr>
            <a:lvl5pPr>
              <a:defRPr sz="1425" b="0">
                <a:solidFill>
                  <a:srgbClr val="5B6758"/>
                </a:solidFill>
                <a:latin typeface="Arial"/>
                <a:ea typeface="Arial"/>
                <a:cs typeface="Arial"/>
              </a:defRPr>
            </a:lvl5pPr>
            <a:lvl6pPr>
              <a:defRPr sz="1425" b="0">
                <a:solidFill>
                  <a:srgbClr val="5B6758"/>
                </a:solidFill>
                <a:latin typeface="Arial"/>
                <a:ea typeface="Arial"/>
                <a:cs typeface="Arial"/>
              </a:defRPr>
            </a:lvl6pPr>
            <a:lvl7pPr>
              <a:defRPr sz="1425" b="0">
                <a:solidFill>
                  <a:srgbClr val="5B6758"/>
                </a:solidFill>
                <a:latin typeface="Arial"/>
                <a:ea typeface="Arial"/>
                <a:cs typeface="Arial"/>
              </a:defRPr>
            </a:lvl7pPr>
            <a:lvl8pPr>
              <a:defRPr sz="1425" b="0">
                <a:solidFill>
                  <a:srgbClr val="5B6758"/>
                </a:solidFill>
                <a:latin typeface="Arial"/>
                <a:ea typeface="Arial"/>
                <a:cs typeface="Arial"/>
              </a:defRPr>
            </a:lvl8pPr>
            <a:lvl9pPr>
              <a:defRPr sz="1425" b="0">
                <a:solidFill>
                  <a:srgbClr val="5B6758"/>
                </a:solidFill>
                <a:latin typeface="Arial"/>
                <a:ea typeface="Arial"/>
                <a:cs typeface="Arial"/>
              </a:defRPr>
            </a:lvl9pPr>
          </a:lstStyle>
          <a:p xmlns:a="http://schemas.openxmlformats.org/drawingml/2006/main">
            <a:pPr>
              <a:defRPr sz="1425" b="0">
                <a:solidFill>
                  <a:srgbClr val="5B6758"/>
                </a:solidFill>
                <a:latin typeface="Arial"/>
                <a:ea typeface="Arial"/>
                <a:cs typeface="Arial"/>
              </a:defRPr>
            </a:pPr>
            <a:r>
              <a:rPr sz="1425" b="0">
                <a:solidFill>
                  <a:srgbClr val="5B6758"/>
                </a:solidFill>
                <a:latin typeface="Arial"/>
                <a:ea typeface="Arial"/>
                <a:cs typeface="Arial"/>
              </a:rPr>
              <a:t>Add, replace, remove and select a primary image</a:t>
            </a:r>
          </a:p>
        </p:txBody>
      </p:sp>
      <p:sp>
        <p:nvSpPr>
          <p:cNvPr id="7" name="">
            <a:extLst xmlns:a="http://schemas.openxmlformats.org/drawingml/2006/main">
              <a:ext uri="{FF2B5EF4-FFF2-40B4-BE49-F238E27FC236}">
                <a16:creationId xmlns:a16="http://schemas.microsoft.com/office/drawing/2014/main" id="{A65BE203-813C-46D4-BDFD-58A768E6BC92}"/>
              </a:ext>
            </a:extLst>
          </p:cNvPr>
          <p:cNvSpPr>
            <a:spLocks xmlns:a="http://schemas.openxmlformats.org/drawingml/2006/main" noGrp="1"/>
          </p:cNvSpPr>
          <p:nvPr/>
        </p:nvSpPr>
        <p:spPr>
          <a:xfrm xmlns:a="http://schemas.openxmlformats.org/drawingml/2006/main">
            <a:off x="533400" y="3124200"/>
            <a:ext cx="657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84E3C"/>
                </a:solidFill>
                <a:latin typeface="Arial"/>
                <a:ea typeface="Arial"/>
                <a:cs typeface="Arial"/>
              </a:defRPr>
            </a:defPPr>
            <a:lvl1pPr>
              <a:defRPr sz="1800" b="1">
                <a:solidFill>
                  <a:srgbClr val="284E3C"/>
                </a:solidFill>
                <a:latin typeface="Arial"/>
                <a:ea typeface="Arial"/>
                <a:cs typeface="Arial"/>
              </a:defRPr>
            </a:lvl1pPr>
            <a:lvl2pPr>
              <a:defRPr sz="1800" b="1">
                <a:solidFill>
                  <a:srgbClr val="284E3C"/>
                </a:solidFill>
                <a:latin typeface="Arial"/>
                <a:ea typeface="Arial"/>
                <a:cs typeface="Arial"/>
              </a:defRPr>
            </a:lvl2pPr>
            <a:lvl3pPr>
              <a:defRPr sz="1800" b="1">
                <a:solidFill>
                  <a:srgbClr val="284E3C"/>
                </a:solidFill>
                <a:latin typeface="Arial"/>
                <a:ea typeface="Arial"/>
                <a:cs typeface="Arial"/>
              </a:defRPr>
            </a:lvl3pPr>
            <a:lvl4pPr>
              <a:defRPr sz="1800" b="1">
                <a:solidFill>
                  <a:srgbClr val="284E3C"/>
                </a:solidFill>
                <a:latin typeface="Arial"/>
                <a:ea typeface="Arial"/>
                <a:cs typeface="Arial"/>
              </a:defRPr>
            </a:lvl4pPr>
            <a:lvl5pPr>
              <a:defRPr sz="1800" b="1">
                <a:solidFill>
                  <a:srgbClr val="284E3C"/>
                </a:solidFill>
                <a:latin typeface="Arial"/>
                <a:ea typeface="Arial"/>
                <a:cs typeface="Arial"/>
              </a:defRPr>
            </a:lvl5pPr>
            <a:lvl6pPr>
              <a:defRPr sz="1800" b="1">
                <a:solidFill>
                  <a:srgbClr val="284E3C"/>
                </a:solidFill>
                <a:latin typeface="Arial"/>
                <a:ea typeface="Arial"/>
                <a:cs typeface="Arial"/>
              </a:defRPr>
            </a:lvl6pPr>
            <a:lvl7pPr>
              <a:defRPr sz="1800" b="1">
                <a:solidFill>
                  <a:srgbClr val="284E3C"/>
                </a:solidFill>
                <a:latin typeface="Arial"/>
                <a:ea typeface="Arial"/>
                <a:cs typeface="Arial"/>
              </a:defRPr>
            </a:lvl7pPr>
            <a:lvl8pPr>
              <a:defRPr sz="1800" b="1">
                <a:solidFill>
                  <a:srgbClr val="284E3C"/>
                </a:solidFill>
                <a:latin typeface="Arial"/>
                <a:ea typeface="Arial"/>
                <a:cs typeface="Arial"/>
              </a:defRPr>
            </a:lvl8pPr>
            <a:lvl9pPr>
              <a:defRPr sz="1800" b="1">
                <a:solidFill>
                  <a:srgbClr val="284E3C"/>
                </a:solidFill>
                <a:latin typeface="Arial"/>
                <a:ea typeface="Arial"/>
                <a:cs typeface="Arial"/>
              </a:defRPr>
            </a:lvl9pPr>
          </a:lstStyle>
          <a:p xmlns:a="http://schemas.openxmlformats.org/drawingml/2006/main">
            <a:pPr>
              <a:defRPr sz="1800" b="1">
                <a:solidFill>
                  <a:srgbClr val="284E3C"/>
                </a:solidFill>
                <a:latin typeface="Arial"/>
                <a:ea typeface="Arial"/>
                <a:cs typeface="Arial"/>
              </a:defRPr>
            </a:pPr>
            <a:r>
              <a:rPr sz="1800" b="1">
                <a:solidFill>
                  <a:srgbClr val="284E3C"/>
                </a:solidFill>
                <a:latin typeface="Arial"/>
                <a:ea typeface="Arial"/>
                <a:cs typeface="Arial"/>
              </a:rPr>
              <a:t>Validate uploads</a:t>
            </a:r>
          </a:p>
        </p:txBody>
      </p:sp>
      <p:sp>
        <p:nvSpPr>
          <p:cNvPr id="8" name="">
            <a:extLst xmlns:a="http://schemas.openxmlformats.org/drawingml/2006/main">
              <a:ext uri="{FF2B5EF4-FFF2-40B4-BE49-F238E27FC236}">
                <a16:creationId xmlns:a16="http://schemas.microsoft.com/office/drawing/2014/main" id="{3B8275C0-3331-4A82-818E-B5042F83AF1C}"/>
              </a:ext>
            </a:extLst>
          </p:cNvPr>
          <p:cNvSpPr>
            <a:spLocks xmlns:a="http://schemas.openxmlformats.org/drawingml/2006/main" noGrp="1"/>
          </p:cNvSpPr>
          <p:nvPr/>
        </p:nvSpPr>
        <p:spPr>
          <a:xfrm xmlns:a="http://schemas.openxmlformats.org/drawingml/2006/main">
            <a:off x="533400" y="3533775"/>
            <a:ext cx="657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B6758"/>
                </a:solidFill>
                <a:latin typeface="Arial"/>
                <a:ea typeface="Arial"/>
                <a:cs typeface="Arial"/>
              </a:defRPr>
            </a:defPPr>
            <a:lvl1pPr>
              <a:defRPr sz="1425" b="0">
                <a:solidFill>
                  <a:srgbClr val="5B6758"/>
                </a:solidFill>
                <a:latin typeface="Arial"/>
                <a:ea typeface="Arial"/>
                <a:cs typeface="Arial"/>
              </a:defRPr>
            </a:lvl1pPr>
            <a:lvl2pPr>
              <a:defRPr sz="1425" b="0">
                <a:solidFill>
                  <a:srgbClr val="5B6758"/>
                </a:solidFill>
                <a:latin typeface="Arial"/>
                <a:ea typeface="Arial"/>
                <a:cs typeface="Arial"/>
              </a:defRPr>
            </a:lvl2pPr>
            <a:lvl3pPr>
              <a:defRPr sz="1425" b="0">
                <a:solidFill>
                  <a:srgbClr val="5B6758"/>
                </a:solidFill>
                <a:latin typeface="Arial"/>
                <a:ea typeface="Arial"/>
                <a:cs typeface="Arial"/>
              </a:defRPr>
            </a:lvl3pPr>
            <a:lvl4pPr>
              <a:defRPr sz="1425" b="0">
                <a:solidFill>
                  <a:srgbClr val="5B6758"/>
                </a:solidFill>
                <a:latin typeface="Arial"/>
                <a:ea typeface="Arial"/>
                <a:cs typeface="Arial"/>
              </a:defRPr>
            </a:lvl4pPr>
            <a:lvl5pPr>
              <a:defRPr sz="1425" b="0">
                <a:solidFill>
                  <a:srgbClr val="5B6758"/>
                </a:solidFill>
                <a:latin typeface="Arial"/>
                <a:ea typeface="Arial"/>
                <a:cs typeface="Arial"/>
              </a:defRPr>
            </a:lvl5pPr>
            <a:lvl6pPr>
              <a:defRPr sz="1425" b="0">
                <a:solidFill>
                  <a:srgbClr val="5B6758"/>
                </a:solidFill>
                <a:latin typeface="Arial"/>
                <a:ea typeface="Arial"/>
                <a:cs typeface="Arial"/>
              </a:defRPr>
            </a:lvl6pPr>
            <a:lvl7pPr>
              <a:defRPr sz="1425" b="0">
                <a:solidFill>
                  <a:srgbClr val="5B6758"/>
                </a:solidFill>
                <a:latin typeface="Arial"/>
                <a:ea typeface="Arial"/>
                <a:cs typeface="Arial"/>
              </a:defRPr>
            </a:lvl7pPr>
            <a:lvl8pPr>
              <a:defRPr sz="1425" b="0">
                <a:solidFill>
                  <a:srgbClr val="5B6758"/>
                </a:solidFill>
                <a:latin typeface="Arial"/>
                <a:ea typeface="Arial"/>
                <a:cs typeface="Arial"/>
              </a:defRPr>
            </a:lvl8pPr>
            <a:lvl9pPr>
              <a:defRPr sz="1425" b="0">
                <a:solidFill>
                  <a:srgbClr val="5B6758"/>
                </a:solidFill>
                <a:latin typeface="Arial"/>
                <a:ea typeface="Arial"/>
                <a:cs typeface="Arial"/>
              </a:defRPr>
            </a:lvl9pPr>
          </a:lstStyle>
          <a:p xmlns:a="http://schemas.openxmlformats.org/drawingml/2006/main">
            <a:pPr>
              <a:defRPr sz="1425" b="0">
                <a:solidFill>
                  <a:srgbClr val="5B6758"/>
                </a:solidFill>
                <a:latin typeface="Arial"/>
                <a:ea typeface="Arial"/>
                <a:cs typeface="Arial"/>
              </a:defRPr>
            </a:pPr>
            <a:r>
              <a:rPr sz="1425" b="0">
                <a:solidFill>
                  <a:srgbClr val="5B6758"/>
                </a:solidFill>
                <a:latin typeface="Arial"/>
                <a:ea typeface="Arial"/>
                <a:cs typeface="Arial"/>
              </a:rPr>
              <a:t>JPG, PNG and WebP; maximum file size 5 MB</a:t>
            </a:r>
          </a:p>
        </p:txBody>
      </p:sp>
      <p:sp>
        <p:nvSpPr>
          <p:cNvPr id="9" name="">
            <a:extLst xmlns:a="http://schemas.openxmlformats.org/drawingml/2006/main">
              <a:ext uri="{FF2B5EF4-FFF2-40B4-BE49-F238E27FC236}">
                <a16:creationId xmlns:a16="http://schemas.microsoft.com/office/drawing/2014/main" id="{D7F1DC3C-E966-4F78-8C89-F74D6AE1B781}"/>
              </a:ext>
            </a:extLst>
          </p:cNvPr>
          <p:cNvSpPr>
            <a:spLocks xmlns:a="http://schemas.openxmlformats.org/drawingml/2006/main" noGrp="1"/>
          </p:cNvSpPr>
          <p:nvPr/>
        </p:nvSpPr>
        <p:spPr>
          <a:xfrm xmlns:a="http://schemas.openxmlformats.org/drawingml/2006/main">
            <a:off x="533400" y="4591050"/>
            <a:ext cx="657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84E3C"/>
                </a:solidFill>
                <a:latin typeface="Arial"/>
                <a:ea typeface="Arial"/>
                <a:cs typeface="Arial"/>
              </a:defRPr>
            </a:defPPr>
            <a:lvl1pPr>
              <a:defRPr sz="1800" b="1">
                <a:solidFill>
                  <a:srgbClr val="284E3C"/>
                </a:solidFill>
                <a:latin typeface="Arial"/>
                <a:ea typeface="Arial"/>
                <a:cs typeface="Arial"/>
              </a:defRPr>
            </a:lvl1pPr>
            <a:lvl2pPr>
              <a:defRPr sz="1800" b="1">
                <a:solidFill>
                  <a:srgbClr val="284E3C"/>
                </a:solidFill>
                <a:latin typeface="Arial"/>
                <a:ea typeface="Arial"/>
                <a:cs typeface="Arial"/>
              </a:defRPr>
            </a:lvl2pPr>
            <a:lvl3pPr>
              <a:defRPr sz="1800" b="1">
                <a:solidFill>
                  <a:srgbClr val="284E3C"/>
                </a:solidFill>
                <a:latin typeface="Arial"/>
                <a:ea typeface="Arial"/>
                <a:cs typeface="Arial"/>
              </a:defRPr>
            </a:lvl3pPr>
            <a:lvl4pPr>
              <a:defRPr sz="1800" b="1">
                <a:solidFill>
                  <a:srgbClr val="284E3C"/>
                </a:solidFill>
                <a:latin typeface="Arial"/>
                <a:ea typeface="Arial"/>
                <a:cs typeface="Arial"/>
              </a:defRPr>
            </a:lvl4pPr>
            <a:lvl5pPr>
              <a:defRPr sz="1800" b="1">
                <a:solidFill>
                  <a:srgbClr val="284E3C"/>
                </a:solidFill>
                <a:latin typeface="Arial"/>
                <a:ea typeface="Arial"/>
                <a:cs typeface="Arial"/>
              </a:defRPr>
            </a:lvl5pPr>
            <a:lvl6pPr>
              <a:defRPr sz="1800" b="1">
                <a:solidFill>
                  <a:srgbClr val="284E3C"/>
                </a:solidFill>
                <a:latin typeface="Arial"/>
                <a:ea typeface="Arial"/>
                <a:cs typeface="Arial"/>
              </a:defRPr>
            </a:lvl6pPr>
            <a:lvl7pPr>
              <a:defRPr sz="1800" b="1">
                <a:solidFill>
                  <a:srgbClr val="284E3C"/>
                </a:solidFill>
                <a:latin typeface="Arial"/>
                <a:ea typeface="Arial"/>
                <a:cs typeface="Arial"/>
              </a:defRPr>
            </a:lvl7pPr>
            <a:lvl8pPr>
              <a:defRPr sz="1800" b="1">
                <a:solidFill>
                  <a:srgbClr val="284E3C"/>
                </a:solidFill>
                <a:latin typeface="Arial"/>
                <a:ea typeface="Arial"/>
                <a:cs typeface="Arial"/>
              </a:defRPr>
            </a:lvl8pPr>
            <a:lvl9pPr>
              <a:defRPr sz="1800" b="1">
                <a:solidFill>
                  <a:srgbClr val="284E3C"/>
                </a:solidFill>
                <a:latin typeface="Arial"/>
                <a:ea typeface="Arial"/>
                <a:cs typeface="Arial"/>
              </a:defRPr>
            </a:lvl9pPr>
          </a:lstStyle>
          <a:p xmlns:a="http://schemas.openxmlformats.org/drawingml/2006/main">
            <a:pPr>
              <a:defRPr sz="1800" b="1">
                <a:solidFill>
                  <a:srgbClr val="284E3C"/>
                </a:solidFill>
                <a:latin typeface="Arial"/>
                <a:ea typeface="Arial"/>
                <a:cs typeface="Arial"/>
              </a:defRPr>
            </a:pPr>
            <a:r>
              <a:rPr sz="1800" b="1">
                <a:solidFill>
                  <a:srgbClr val="284E3C"/>
                </a:solidFill>
                <a:latin typeface="Arial"/>
                <a:ea typeface="Arial"/>
                <a:cs typeface="Arial"/>
              </a:rPr>
              <a:t>Handle unavailable images</a:t>
            </a:r>
          </a:p>
        </p:txBody>
      </p:sp>
      <p:sp>
        <p:nvSpPr>
          <p:cNvPr id="10" name="">
            <a:extLst xmlns:a="http://schemas.openxmlformats.org/drawingml/2006/main">
              <a:ext uri="{FF2B5EF4-FFF2-40B4-BE49-F238E27FC236}">
                <a16:creationId xmlns:a16="http://schemas.microsoft.com/office/drawing/2014/main" id="{E095A35F-60F0-482F-86D7-A550DD26B372}"/>
              </a:ext>
            </a:extLst>
          </p:cNvPr>
          <p:cNvSpPr>
            <a:spLocks xmlns:a="http://schemas.openxmlformats.org/drawingml/2006/main" noGrp="1"/>
          </p:cNvSpPr>
          <p:nvPr/>
        </p:nvSpPr>
        <p:spPr>
          <a:xfrm xmlns:a="http://schemas.openxmlformats.org/drawingml/2006/main">
            <a:off x="533400" y="5000625"/>
            <a:ext cx="657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B6758"/>
                </a:solidFill>
                <a:latin typeface="Arial"/>
                <a:ea typeface="Arial"/>
                <a:cs typeface="Arial"/>
              </a:defRPr>
            </a:defPPr>
            <a:lvl1pPr>
              <a:defRPr sz="1425" b="0">
                <a:solidFill>
                  <a:srgbClr val="5B6758"/>
                </a:solidFill>
                <a:latin typeface="Arial"/>
                <a:ea typeface="Arial"/>
                <a:cs typeface="Arial"/>
              </a:defRPr>
            </a:lvl1pPr>
            <a:lvl2pPr>
              <a:defRPr sz="1425" b="0">
                <a:solidFill>
                  <a:srgbClr val="5B6758"/>
                </a:solidFill>
                <a:latin typeface="Arial"/>
                <a:ea typeface="Arial"/>
                <a:cs typeface="Arial"/>
              </a:defRPr>
            </a:lvl2pPr>
            <a:lvl3pPr>
              <a:defRPr sz="1425" b="0">
                <a:solidFill>
                  <a:srgbClr val="5B6758"/>
                </a:solidFill>
                <a:latin typeface="Arial"/>
                <a:ea typeface="Arial"/>
                <a:cs typeface="Arial"/>
              </a:defRPr>
            </a:lvl3pPr>
            <a:lvl4pPr>
              <a:defRPr sz="1425" b="0">
                <a:solidFill>
                  <a:srgbClr val="5B6758"/>
                </a:solidFill>
                <a:latin typeface="Arial"/>
                <a:ea typeface="Arial"/>
                <a:cs typeface="Arial"/>
              </a:defRPr>
            </a:lvl4pPr>
            <a:lvl5pPr>
              <a:defRPr sz="1425" b="0">
                <a:solidFill>
                  <a:srgbClr val="5B6758"/>
                </a:solidFill>
                <a:latin typeface="Arial"/>
                <a:ea typeface="Arial"/>
                <a:cs typeface="Arial"/>
              </a:defRPr>
            </a:lvl5pPr>
            <a:lvl6pPr>
              <a:defRPr sz="1425" b="0">
                <a:solidFill>
                  <a:srgbClr val="5B6758"/>
                </a:solidFill>
                <a:latin typeface="Arial"/>
                <a:ea typeface="Arial"/>
                <a:cs typeface="Arial"/>
              </a:defRPr>
            </a:lvl6pPr>
            <a:lvl7pPr>
              <a:defRPr sz="1425" b="0">
                <a:solidFill>
                  <a:srgbClr val="5B6758"/>
                </a:solidFill>
                <a:latin typeface="Arial"/>
                <a:ea typeface="Arial"/>
                <a:cs typeface="Arial"/>
              </a:defRPr>
            </a:lvl7pPr>
            <a:lvl8pPr>
              <a:defRPr sz="1425" b="0">
                <a:solidFill>
                  <a:srgbClr val="5B6758"/>
                </a:solidFill>
                <a:latin typeface="Arial"/>
                <a:ea typeface="Arial"/>
                <a:cs typeface="Arial"/>
              </a:defRPr>
            </a:lvl8pPr>
            <a:lvl9pPr>
              <a:defRPr sz="1425" b="0">
                <a:solidFill>
                  <a:srgbClr val="5B6758"/>
                </a:solidFill>
                <a:latin typeface="Arial"/>
                <a:ea typeface="Arial"/>
                <a:cs typeface="Arial"/>
              </a:defRPr>
            </a:lvl9pPr>
          </a:lstStyle>
          <a:p xmlns:a="http://schemas.openxmlformats.org/drawingml/2006/main">
            <a:pPr>
              <a:defRPr sz="1425" b="0">
                <a:solidFill>
                  <a:srgbClr val="5B6758"/>
                </a:solidFill>
                <a:latin typeface="Arial"/>
                <a:ea typeface="Arial"/>
                <a:cs typeface="Arial"/>
              </a:defRPr>
            </a:pPr>
            <a:r>
              <a:rPr sz="1425" b="0">
                <a:solidFill>
                  <a:srgbClr val="5B6758"/>
                </a:solidFill>
                <a:latin typeface="Arial"/>
                <a:ea typeface="Arial"/>
                <a:cs typeface="Arial"/>
              </a:rPr>
              <a:t>Hide failed thumbnails and refresh the visible count</a:t>
            </a:r>
          </a:p>
        </p:txBody>
      </p:sp>
      <p:sp>
        <p:nvSpPr>
          <p:cNvPr id="11" name="">
            <a:extLst xmlns:a="http://schemas.openxmlformats.org/drawingml/2006/main">
              <a:ext uri="{FF2B5EF4-FFF2-40B4-BE49-F238E27FC236}">
                <a16:creationId xmlns:a16="http://schemas.microsoft.com/office/drawing/2014/main" id="{3848F382-D768-4630-94F9-65993CCF4049}"/>
              </a:ext>
            </a:extLst>
          </p:cNvPr>
          <p:cNvSpPr>
            <a:spLocks xmlns:a="http://schemas.openxmlformats.org/drawingml/2006/main" noGrp="1"/>
          </p:cNvSpPr>
          <p:nvPr/>
        </p:nvSpPr>
        <p:spPr>
          <a:xfrm xmlns:a="http://schemas.openxmlformats.org/drawingml/2006/main">
            <a:off x="8048625" y="1571625"/>
            <a:ext cx="3381375" cy="3686175"/>
          </a:xfrm>
          <a:prstGeom xmlns:a="http://schemas.openxmlformats.org/drawingml/2006/main" prst="roundRect">
            <a:avLst>
              <a:gd name="adj" fmla="val 2254"/>
            </a:avLst>
          </a:prstGeom>
          <a:solidFill xmlns:a="http://schemas.openxmlformats.org/drawingml/2006/main">
            <a:srgbClr val="FFFFFF"/>
          </a:solidFill>
          <a:ln xmlns:a="http://schemas.openxmlformats.org/drawingml/2006/main" w="9525">
            <a:solidFill>
              <a:srgbClr val="BBC8B3"/>
            </a:solidFill>
          </a:ln>
        </p:spPr>
      </p:sp>
      <p:pic>
        <p:nvPicPr>
          <p:cNvPr id="12" name="">
            <a:extLst xmlns:a="http://schemas.openxmlformats.org/drawingml/2006/main">
              <a:ext uri="{FF2B5EF4-FFF2-40B4-BE49-F238E27FC236}">
                <a16:creationId xmlns:a16="http://schemas.microsoft.com/office/drawing/2014/main" id="{F1B9A353-0FD0-4BFC-826D-C8C884ACB34F}"/>
              </a:ext>
            </a:extLst>
          </p:cNvPr>
          <p:cNvPicPr>
            <a:picLocks xmlns:a="http://schemas.openxmlformats.org/drawingml/2006/main" noChangeAspect="1"/>
          </p:cNvPicPr>
          <p:nvPr/>
        </p:nvPicPr>
        <p:blipFill>
          <a:blip xmlns:r="http://schemas.openxmlformats.org/officeDocument/2006/relationships" xmlns:a="http://schemas.openxmlformats.org/drawingml/2006/main" r:embed="R06da8bf7c30d40d2"/>
          <a:stretch xmlns:a="http://schemas.openxmlformats.org/drawingml/2006/main"/>
        </p:blipFill>
        <p:spPr>
          <a:xfrm xmlns:a="http://schemas.openxmlformats.org/drawingml/2006/main">
            <a:off x="8229600" y="2085361"/>
            <a:ext cx="3019425" cy="2630128"/>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053D0D0F-4606-4A01-84C7-C5E12CF0394E}"/>
              </a:ext>
            </a:extLst>
          </p:cNvPr>
          <p:cNvSpPr>
            <a:spLocks xmlns:a="http://schemas.openxmlformats.org/drawingml/2006/main" noGrp="1"/>
          </p:cNvSpPr>
          <p:nvPr/>
        </p:nvSpPr>
        <p:spPr>
          <a:xfrm xmlns:a="http://schemas.openxmlformats.org/drawingml/2006/main">
            <a:off x="8048625" y="5476875"/>
            <a:ext cx="3429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B6758"/>
                </a:solidFill>
                <a:latin typeface="Arial"/>
                <a:ea typeface="Arial"/>
                <a:cs typeface="Arial"/>
              </a:defRPr>
            </a:defPPr>
            <a:lvl1pPr>
              <a:defRPr sz="1500" b="0">
                <a:solidFill>
                  <a:srgbClr val="5B6758"/>
                </a:solidFill>
                <a:latin typeface="Arial"/>
                <a:ea typeface="Arial"/>
                <a:cs typeface="Arial"/>
              </a:defRPr>
            </a:lvl1pPr>
            <a:lvl2pPr>
              <a:defRPr sz="1500" b="0">
                <a:solidFill>
                  <a:srgbClr val="5B6758"/>
                </a:solidFill>
                <a:latin typeface="Arial"/>
                <a:ea typeface="Arial"/>
                <a:cs typeface="Arial"/>
              </a:defRPr>
            </a:lvl2pPr>
            <a:lvl3pPr>
              <a:defRPr sz="1500" b="0">
                <a:solidFill>
                  <a:srgbClr val="5B6758"/>
                </a:solidFill>
                <a:latin typeface="Arial"/>
                <a:ea typeface="Arial"/>
                <a:cs typeface="Arial"/>
              </a:defRPr>
            </a:lvl3pPr>
            <a:lvl4pPr>
              <a:defRPr sz="1500" b="0">
                <a:solidFill>
                  <a:srgbClr val="5B6758"/>
                </a:solidFill>
                <a:latin typeface="Arial"/>
                <a:ea typeface="Arial"/>
                <a:cs typeface="Arial"/>
              </a:defRPr>
            </a:lvl4pPr>
            <a:lvl5pPr>
              <a:defRPr sz="1500" b="0">
                <a:solidFill>
                  <a:srgbClr val="5B6758"/>
                </a:solidFill>
                <a:latin typeface="Arial"/>
                <a:ea typeface="Arial"/>
                <a:cs typeface="Arial"/>
              </a:defRPr>
            </a:lvl5pPr>
            <a:lvl6pPr>
              <a:defRPr sz="1500" b="0">
                <a:solidFill>
                  <a:srgbClr val="5B6758"/>
                </a:solidFill>
                <a:latin typeface="Arial"/>
                <a:ea typeface="Arial"/>
                <a:cs typeface="Arial"/>
              </a:defRPr>
            </a:lvl6pPr>
            <a:lvl7pPr>
              <a:defRPr sz="1500" b="0">
                <a:solidFill>
                  <a:srgbClr val="5B6758"/>
                </a:solidFill>
                <a:latin typeface="Arial"/>
                <a:ea typeface="Arial"/>
                <a:cs typeface="Arial"/>
              </a:defRPr>
            </a:lvl7pPr>
            <a:lvl8pPr>
              <a:defRPr sz="1500" b="0">
                <a:solidFill>
                  <a:srgbClr val="5B6758"/>
                </a:solidFill>
                <a:latin typeface="Arial"/>
                <a:ea typeface="Arial"/>
                <a:cs typeface="Arial"/>
              </a:defRPr>
            </a:lvl8pPr>
            <a:lvl9pPr>
              <a:defRPr sz="1500" b="0">
                <a:solidFill>
                  <a:srgbClr val="5B6758"/>
                </a:solidFill>
                <a:latin typeface="Arial"/>
                <a:ea typeface="Arial"/>
                <a:cs typeface="Arial"/>
              </a:defRPr>
            </a:lvl9pPr>
          </a:lstStyle>
          <a:p xmlns:a="http://schemas.openxmlformats.org/drawingml/2006/main">
            <a:pPr>
              <a:defRPr sz="1500" b="0">
                <a:solidFill>
                  <a:srgbClr val="5B6758"/>
                </a:solidFill>
                <a:latin typeface="Arial"/>
                <a:ea typeface="Arial"/>
                <a:cs typeface="Arial"/>
              </a:defRPr>
            </a:pPr>
            <a:r>
              <a:rPr sz="1500" b="0">
                <a:solidFill>
                  <a:srgbClr val="5B6758"/>
                </a:solidFill>
                <a:latin typeface="Arial"/>
                <a:ea typeface="Arial"/>
                <a:cs typeface="Arial"/>
              </a:rPr>
              <a:t>Original product: Plant Stand</a:t>
            </a:r>
          </a:p>
        </p:txBody>
      </p:sp>
    </p:spTree>
    <p:extLst>
      <p:ext uri="{BB962C8B-B14F-4D97-AF65-F5344CB8AC3E}">
        <p14:creationId xmlns:p14="http://schemas.microsoft.com/office/powerpoint/2010/main" val="1952857590"/>
      </p:ext>
    </p:extLst>
  </p:cSld>
</p:sld>
</file>

<file path=ppt/slides/slide10.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4AA9535-E59C-4A30-8E62-898BB30F374D}"/>
              </a:ext>
            </a:extLst>
          </p:cNvPr>
          <p:cNvSpPr>
            <a:spLocks xmlns:a="http://schemas.openxmlformats.org/drawingml/2006/main" noGrp="1"/>
          </p:cNvSpPr>
          <p:nvPr/>
        </p:nvSpPr>
        <p:spPr>
          <a:xfrm xmlns:a="http://schemas.openxmlformats.org/drawingml/2006/main">
            <a:off x="533400" y="400050"/>
            <a:ext cx="111252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284E3C"/>
                </a:solidFill>
                <a:latin typeface="Arial"/>
                <a:ea typeface="Arial"/>
                <a:cs typeface="Arial"/>
              </a:defRPr>
            </a:defPPr>
            <a:lvl1pPr>
              <a:defRPr sz="2850" b="1">
                <a:solidFill>
                  <a:srgbClr val="284E3C"/>
                </a:solidFill>
                <a:latin typeface="Arial"/>
                <a:ea typeface="Arial"/>
                <a:cs typeface="Arial"/>
              </a:defRPr>
            </a:lvl1pPr>
            <a:lvl2pPr>
              <a:defRPr sz="2850" b="1">
                <a:solidFill>
                  <a:srgbClr val="284E3C"/>
                </a:solidFill>
                <a:latin typeface="Arial"/>
                <a:ea typeface="Arial"/>
                <a:cs typeface="Arial"/>
              </a:defRPr>
            </a:lvl2pPr>
            <a:lvl3pPr>
              <a:defRPr sz="2850" b="1">
                <a:solidFill>
                  <a:srgbClr val="284E3C"/>
                </a:solidFill>
                <a:latin typeface="Arial"/>
                <a:ea typeface="Arial"/>
                <a:cs typeface="Arial"/>
              </a:defRPr>
            </a:lvl3pPr>
            <a:lvl4pPr>
              <a:defRPr sz="2850" b="1">
                <a:solidFill>
                  <a:srgbClr val="284E3C"/>
                </a:solidFill>
                <a:latin typeface="Arial"/>
                <a:ea typeface="Arial"/>
                <a:cs typeface="Arial"/>
              </a:defRPr>
            </a:lvl4pPr>
            <a:lvl5pPr>
              <a:defRPr sz="2850" b="1">
                <a:solidFill>
                  <a:srgbClr val="284E3C"/>
                </a:solidFill>
                <a:latin typeface="Arial"/>
                <a:ea typeface="Arial"/>
                <a:cs typeface="Arial"/>
              </a:defRPr>
            </a:lvl5pPr>
            <a:lvl6pPr>
              <a:defRPr sz="2850" b="1">
                <a:solidFill>
                  <a:srgbClr val="284E3C"/>
                </a:solidFill>
                <a:latin typeface="Arial"/>
                <a:ea typeface="Arial"/>
                <a:cs typeface="Arial"/>
              </a:defRPr>
            </a:lvl6pPr>
            <a:lvl7pPr>
              <a:defRPr sz="2850" b="1">
                <a:solidFill>
                  <a:srgbClr val="284E3C"/>
                </a:solidFill>
                <a:latin typeface="Arial"/>
                <a:ea typeface="Arial"/>
                <a:cs typeface="Arial"/>
              </a:defRPr>
            </a:lvl7pPr>
            <a:lvl8pPr>
              <a:defRPr sz="2850" b="1">
                <a:solidFill>
                  <a:srgbClr val="284E3C"/>
                </a:solidFill>
                <a:latin typeface="Arial"/>
                <a:ea typeface="Arial"/>
                <a:cs typeface="Arial"/>
              </a:defRPr>
            </a:lvl8pPr>
            <a:lvl9pPr>
              <a:defRPr sz="2850" b="1">
                <a:solidFill>
                  <a:srgbClr val="284E3C"/>
                </a:solidFill>
                <a:latin typeface="Arial"/>
                <a:ea typeface="Arial"/>
                <a:cs typeface="Arial"/>
              </a:defRPr>
            </a:lvl9pPr>
          </a:lstStyle>
          <a:p xmlns:a="http://schemas.openxmlformats.org/drawingml/2006/main">
            <a:pPr>
              <a:defRPr sz="2850" b="1">
                <a:solidFill>
                  <a:srgbClr val="284E3C"/>
                </a:solidFill>
                <a:latin typeface="Arial"/>
                <a:ea typeface="Arial"/>
                <a:cs typeface="Arial"/>
              </a:defRPr>
            </a:pPr>
            <a:r>
              <a:rPr sz="2850" b="1">
                <a:solidFill>
                  <a:srgbClr val="284E3C"/>
                </a:solidFill>
                <a:latin typeface="Arial"/>
                <a:ea typeface="Arial"/>
                <a:cs typeface="Arial"/>
              </a:rPr>
              <a:t>Customer feedback and communication</a:t>
            </a:r>
          </a:p>
        </p:txBody>
      </p:sp>
      <p:sp>
        <p:nvSpPr>
          <p:cNvPr id="2" name="">
            <a:extLst xmlns:a="http://schemas.openxmlformats.org/drawingml/2006/main">
              <a:ext uri="{FF2B5EF4-FFF2-40B4-BE49-F238E27FC236}">
                <a16:creationId xmlns:a16="http://schemas.microsoft.com/office/drawing/2014/main" id="{924DBE80-8D0C-4C06-86EE-EF6D678E0165}"/>
              </a:ext>
            </a:extLst>
          </p:cNvPr>
          <p:cNvSpPr>
            <a:spLocks xmlns:a="http://schemas.openxmlformats.org/drawingml/2006/main" noGrp="1"/>
          </p:cNvSpPr>
          <p:nvPr/>
        </p:nvSpPr>
        <p:spPr>
          <a:xfrm xmlns:a="http://schemas.openxmlformats.org/drawingml/2006/main">
            <a:off x="533400" y="6286500"/>
            <a:ext cx="11125200" cy="9525"/>
          </a:xfrm>
          <a:prstGeom xmlns:a="http://schemas.openxmlformats.org/drawingml/2006/main" prst="rect">
            <a:avLst/>
          </a:prstGeom>
          <a:solidFill xmlns:a="http://schemas.openxmlformats.org/drawingml/2006/main">
            <a:srgbClr val="BBC8B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4DB91FA-A626-4752-9A77-63590DC1752B}"/>
              </a:ext>
            </a:extLst>
          </p:cNvPr>
          <p:cNvSpPr>
            <a:spLocks xmlns:a="http://schemas.openxmlformats.org/drawingml/2006/main" noGrp="1"/>
          </p:cNvSpPr>
          <p:nvPr/>
        </p:nvSpPr>
        <p:spPr>
          <a:xfrm xmlns:a="http://schemas.openxmlformats.org/drawingml/2006/main">
            <a:off x="533400" y="6448425"/>
            <a:ext cx="323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1">
                <a:solidFill>
                  <a:srgbClr val="5B6758"/>
                </a:solidFill>
                <a:latin typeface="Arial"/>
                <a:ea typeface="Arial"/>
                <a:cs typeface="Arial"/>
              </a:defRPr>
            </a:defPPr>
            <a:lvl1pPr>
              <a:defRPr sz="900" b="1">
                <a:solidFill>
                  <a:srgbClr val="5B6758"/>
                </a:solidFill>
                <a:latin typeface="Arial"/>
                <a:ea typeface="Arial"/>
                <a:cs typeface="Arial"/>
              </a:defRPr>
            </a:lvl1pPr>
            <a:lvl2pPr>
              <a:defRPr sz="900" b="1">
                <a:solidFill>
                  <a:srgbClr val="5B6758"/>
                </a:solidFill>
                <a:latin typeface="Arial"/>
                <a:ea typeface="Arial"/>
                <a:cs typeface="Arial"/>
              </a:defRPr>
            </a:lvl2pPr>
            <a:lvl3pPr>
              <a:defRPr sz="900" b="1">
                <a:solidFill>
                  <a:srgbClr val="5B6758"/>
                </a:solidFill>
                <a:latin typeface="Arial"/>
                <a:ea typeface="Arial"/>
                <a:cs typeface="Arial"/>
              </a:defRPr>
            </a:lvl3pPr>
            <a:lvl4pPr>
              <a:defRPr sz="900" b="1">
                <a:solidFill>
                  <a:srgbClr val="5B6758"/>
                </a:solidFill>
                <a:latin typeface="Arial"/>
                <a:ea typeface="Arial"/>
                <a:cs typeface="Arial"/>
              </a:defRPr>
            </a:lvl4pPr>
            <a:lvl5pPr>
              <a:defRPr sz="900" b="1">
                <a:solidFill>
                  <a:srgbClr val="5B6758"/>
                </a:solidFill>
                <a:latin typeface="Arial"/>
                <a:ea typeface="Arial"/>
                <a:cs typeface="Arial"/>
              </a:defRPr>
            </a:lvl5pPr>
            <a:lvl6pPr>
              <a:defRPr sz="900" b="1">
                <a:solidFill>
                  <a:srgbClr val="5B6758"/>
                </a:solidFill>
                <a:latin typeface="Arial"/>
                <a:ea typeface="Arial"/>
                <a:cs typeface="Arial"/>
              </a:defRPr>
            </a:lvl6pPr>
            <a:lvl7pPr>
              <a:defRPr sz="900" b="1">
                <a:solidFill>
                  <a:srgbClr val="5B6758"/>
                </a:solidFill>
                <a:latin typeface="Arial"/>
                <a:ea typeface="Arial"/>
                <a:cs typeface="Arial"/>
              </a:defRPr>
            </a:lvl7pPr>
            <a:lvl8pPr>
              <a:defRPr sz="900" b="1">
                <a:solidFill>
                  <a:srgbClr val="5B6758"/>
                </a:solidFill>
                <a:latin typeface="Arial"/>
                <a:ea typeface="Arial"/>
                <a:cs typeface="Arial"/>
              </a:defRPr>
            </a:lvl8pPr>
            <a:lvl9pPr>
              <a:defRPr sz="900" b="1">
                <a:solidFill>
                  <a:srgbClr val="5B6758"/>
                </a:solidFill>
                <a:latin typeface="Arial"/>
                <a:ea typeface="Arial"/>
                <a:cs typeface="Arial"/>
              </a:defRPr>
            </a:lvl9pPr>
          </a:lstStyle>
          <a:p xmlns:a="http://schemas.openxmlformats.org/drawingml/2006/main">
            <a:pPr>
              <a:defRPr sz="900" b="1">
                <a:solidFill>
                  <a:srgbClr val="5B6758"/>
                </a:solidFill>
                <a:latin typeface="Arial"/>
                <a:ea typeface="Arial"/>
                <a:cs typeface="Arial"/>
              </a:defRPr>
            </a:pPr>
            <a:r>
              <a:rPr sz="900" b="1">
                <a:solidFill>
                  <a:srgbClr val="5B6758"/>
                </a:solidFill>
                <a:latin typeface="Arial"/>
                <a:ea typeface="Arial"/>
                <a:cs typeface="Arial"/>
              </a:rPr>
              <a:t>NABTA BOTANICAL</a:t>
            </a:r>
          </a:p>
        </p:txBody>
      </p:sp>
      <p:sp>
        <p:nvSpPr>
          <p:cNvPr id="4" name="">
            <a:extLst xmlns:a="http://schemas.openxmlformats.org/drawingml/2006/main">
              <a:ext uri="{FF2B5EF4-FFF2-40B4-BE49-F238E27FC236}">
                <a16:creationId xmlns:a16="http://schemas.microsoft.com/office/drawing/2014/main" id="{3ED66E15-1E35-4E0A-8888-3DB6E3904D8E}"/>
              </a:ext>
            </a:extLst>
          </p:cNvPr>
          <p:cNvSpPr>
            <a:spLocks xmlns:a="http://schemas.openxmlformats.org/drawingml/2006/main" noGrp="1"/>
          </p:cNvSpPr>
          <p:nvPr/>
        </p:nvSpPr>
        <p:spPr>
          <a:xfrm xmlns:a="http://schemas.openxmlformats.org/drawingml/2006/main">
            <a:off x="9239250" y="6448425"/>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0">
                <a:solidFill>
                  <a:srgbClr val="5B6758"/>
                </a:solidFill>
                <a:latin typeface="Arial"/>
                <a:ea typeface="Arial"/>
                <a:cs typeface="Arial"/>
              </a:defRPr>
            </a:defPPr>
            <a:lvl1pPr>
              <a:defRPr sz="900" b="0">
                <a:solidFill>
                  <a:srgbClr val="5B6758"/>
                </a:solidFill>
                <a:latin typeface="Arial"/>
                <a:ea typeface="Arial"/>
                <a:cs typeface="Arial"/>
              </a:defRPr>
            </a:lvl1pPr>
            <a:lvl2pPr>
              <a:defRPr sz="900" b="0">
                <a:solidFill>
                  <a:srgbClr val="5B6758"/>
                </a:solidFill>
                <a:latin typeface="Arial"/>
                <a:ea typeface="Arial"/>
                <a:cs typeface="Arial"/>
              </a:defRPr>
            </a:lvl2pPr>
            <a:lvl3pPr>
              <a:defRPr sz="900" b="0">
                <a:solidFill>
                  <a:srgbClr val="5B6758"/>
                </a:solidFill>
                <a:latin typeface="Arial"/>
                <a:ea typeface="Arial"/>
                <a:cs typeface="Arial"/>
              </a:defRPr>
            </a:lvl3pPr>
            <a:lvl4pPr>
              <a:defRPr sz="900" b="0">
                <a:solidFill>
                  <a:srgbClr val="5B6758"/>
                </a:solidFill>
                <a:latin typeface="Arial"/>
                <a:ea typeface="Arial"/>
                <a:cs typeface="Arial"/>
              </a:defRPr>
            </a:lvl4pPr>
            <a:lvl5pPr>
              <a:defRPr sz="900" b="0">
                <a:solidFill>
                  <a:srgbClr val="5B6758"/>
                </a:solidFill>
                <a:latin typeface="Arial"/>
                <a:ea typeface="Arial"/>
                <a:cs typeface="Arial"/>
              </a:defRPr>
            </a:lvl5pPr>
            <a:lvl6pPr>
              <a:defRPr sz="900" b="0">
                <a:solidFill>
                  <a:srgbClr val="5B6758"/>
                </a:solidFill>
                <a:latin typeface="Arial"/>
                <a:ea typeface="Arial"/>
                <a:cs typeface="Arial"/>
              </a:defRPr>
            </a:lvl6pPr>
            <a:lvl7pPr>
              <a:defRPr sz="900" b="0">
                <a:solidFill>
                  <a:srgbClr val="5B6758"/>
                </a:solidFill>
                <a:latin typeface="Arial"/>
                <a:ea typeface="Arial"/>
                <a:cs typeface="Arial"/>
              </a:defRPr>
            </a:lvl7pPr>
            <a:lvl8pPr>
              <a:defRPr sz="900" b="0">
                <a:solidFill>
                  <a:srgbClr val="5B6758"/>
                </a:solidFill>
                <a:latin typeface="Arial"/>
                <a:ea typeface="Arial"/>
                <a:cs typeface="Arial"/>
              </a:defRPr>
            </a:lvl8pPr>
            <a:lvl9pPr>
              <a:defRPr sz="900" b="0">
                <a:solidFill>
                  <a:srgbClr val="5B6758"/>
                </a:solidFill>
                <a:latin typeface="Arial"/>
                <a:ea typeface="Arial"/>
                <a:cs typeface="Arial"/>
              </a:defRPr>
            </a:lvl9pPr>
          </a:lstStyle>
          <a:p xmlns:a="http://schemas.openxmlformats.org/drawingml/2006/main">
            <a:pPr>
              <a:defRPr sz="900" b="0">
                <a:solidFill>
                  <a:srgbClr val="5B6758"/>
                </a:solidFill>
                <a:latin typeface="Arial"/>
                <a:ea typeface="Arial"/>
                <a:cs typeface="Arial"/>
              </a:defRPr>
            </a:pPr>
            <a:r>
              <a:rPr sz="900" b="0">
                <a:solidFill>
                  <a:srgbClr val="5B6758"/>
                </a:solidFill>
                <a:latin typeface="Arial"/>
                <a:ea typeface="Arial"/>
                <a:cs typeface="Arial"/>
              </a:rPr>
              <a:t>10 / 13     6:40–7:25</a:t>
            </a:r>
          </a:p>
        </p:txBody>
      </p:sp>
      <p:sp>
        <p:nvSpPr>
          <p:cNvPr id="5" name="">
            <a:extLst xmlns:a="http://schemas.openxmlformats.org/drawingml/2006/main">
              <a:ext uri="{FF2B5EF4-FFF2-40B4-BE49-F238E27FC236}">
                <a16:creationId xmlns:a16="http://schemas.microsoft.com/office/drawing/2014/main" id="{46FA753A-7C04-4D5B-A64B-84F06B09116E}"/>
              </a:ext>
            </a:extLst>
          </p:cNvPr>
          <p:cNvSpPr>
            <a:spLocks xmlns:a="http://schemas.openxmlformats.org/drawingml/2006/main" noGrp="1"/>
          </p:cNvSpPr>
          <p:nvPr/>
        </p:nvSpPr>
        <p:spPr>
          <a:xfrm xmlns:a="http://schemas.openxmlformats.org/drawingml/2006/main">
            <a:off x="533400" y="1476375"/>
            <a:ext cx="7515225" cy="4695825"/>
          </a:xfrm>
          <a:prstGeom xmlns:a="http://schemas.openxmlformats.org/drawingml/2006/main" prst="roundRect">
            <a:avLst>
              <a:gd name="adj" fmla="val 1623"/>
            </a:avLst>
          </a:prstGeom>
          <a:solidFill xmlns:a="http://schemas.openxmlformats.org/drawingml/2006/main">
            <a:srgbClr val="FFFFFF"/>
          </a:solidFill>
          <a:ln xmlns:a="http://schemas.openxmlformats.org/drawingml/2006/main" w="9525">
            <a:solidFill>
              <a:srgbClr val="BBC8B3"/>
            </a:solidFill>
          </a:ln>
        </p:spPr>
      </p:sp>
      <p:pic>
        <p:nvPicPr>
          <p:cNvPr id="6" name="">
            <a:extLst xmlns:a="http://schemas.openxmlformats.org/drawingml/2006/main">
              <a:ext uri="{FF2B5EF4-FFF2-40B4-BE49-F238E27FC236}">
                <a16:creationId xmlns:a16="http://schemas.microsoft.com/office/drawing/2014/main" id="{505512D9-515B-4E97-94F6-1B575258BB1F}"/>
              </a:ext>
            </a:extLst>
          </p:cNvPr>
          <p:cNvPicPr>
            <a:picLocks xmlns:a="http://schemas.openxmlformats.org/drawingml/2006/main" noChangeAspect="1"/>
          </p:cNvPicPr>
          <p:nvPr/>
        </p:nvPicPr>
        <p:blipFill>
          <a:blip xmlns:r="http://schemas.openxmlformats.org/officeDocument/2006/relationships" xmlns:a="http://schemas.openxmlformats.org/drawingml/2006/main" r:embed="R1e82d79ff6844d2b"/>
          <a:stretch xmlns:a="http://schemas.openxmlformats.org/drawingml/2006/main"/>
        </p:blipFill>
        <p:spPr>
          <a:xfrm xmlns:a="http://schemas.openxmlformats.org/drawingml/2006/main">
            <a:off x="551167" y="1485900"/>
            <a:ext cx="7479691" cy="46767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C622C612-7562-4977-94FC-C893B076A2C0}"/>
              </a:ext>
            </a:extLst>
          </p:cNvPr>
          <p:cNvSpPr>
            <a:spLocks xmlns:a="http://schemas.openxmlformats.org/drawingml/2006/main" noGrp="1"/>
          </p:cNvSpPr>
          <p:nvPr/>
        </p:nvSpPr>
        <p:spPr>
          <a:xfrm xmlns:a="http://schemas.openxmlformats.org/drawingml/2006/main">
            <a:off x="8382000" y="169545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84E3C"/>
                </a:solidFill>
                <a:latin typeface="Arial"/>
                <a:ea typeface="Arial"/>
                <a:cs typeface="Arial"/>
              </a:defRPr>
            </a:defPPr>
            <a:lvl1pPr>
              <a:defRPr sz="1800" b="1">
                <a:solidFill>
                  <a:srgbClr val="284E3C"/>
                </a:solidFill>
                <a:latin typeface="Arial"/>
                <a:ea typeface="Arial"/>
                <a:cs typeface="Arial"/>
              </a:defRPr>
            </a:lvl1pPr>
            <a:lvl2pPr>
              <a:defRPr sz="1800" b="1">
                <a:solidFill>
                  <a:srgbClr val="284E3C"/>
                </a:solidFill>
                <a:latin typeface="Arial"/>
                <a:ea typeface="Arial"/>
                <a:cs typeface="Arial"/>
              </a:defRPr>
            </a:lvl2pPr>
            <a:lvl3pPr>
              <a:defRPr sz="1800" b="1">
                <a:solidFill>
                  <a:srgbClr val="284E3C"/>
                </a:solidFill>
                <a:latin typeface="Arial"/>
                <a:ea typeface="Arial"/>
                <a:cs typeface="Arial"/>
              </a:defRPr>
            </a:lvl3pPr>
            <a:lvl4pPr>
              <a:defRPr sz="1800" b="1">
                <a:solidFill>
                  <a:srgbClr val="284E3C"/>
                </a:solidFill>
                <a:latin typeface="Arial"/>
                <a:ea typeface="Arial"/>
                <a:cs typeface="Arial"/>
              </a:defRPr>
            </a:lvl4pPr>
            <a:lvl5pPr>
              <a:defRPr sz="1800" b="1">
                <a:solidFill>
                  <a:srgbClr val="284E3C"/>
                </a:solidFill>
                <a:latin typeface="Arial"/>
                <a:ea typeface="Arial"/>
                <a:cs typeface="Arial"/>
              </a:defRPr>
            </a:lvl5pPr>
            <a:lvl6pPr>
              <a:defRPr sz="1800" b="1">
                <a:solidFill>
                  <a:srgbClr val="284E3C"/>
                </a:solidFill>
                <a:latin typeface="Arial"/>
                <a:ea typeface="Arial"/>
                <a:cs typeface="Arial"/>
              </a:defRPr>
            </a:lvl6pPr>
            <a:lvl7pPr>
              <a:defRPr sz="1800" b="1">
                <a:solidFill>
                  <a:srgbClr val="284E3C"/>
                </a:solidFill>
                <a:latin typeface="Arial"/>
                <a:ea typeface="Arial"/>
                <a:cs typeface="Arial"/>
              </a:defRPr>
            </a:lvl7pPr>
            <a:lvl8pPr>
              <a:defRPr sz="1800" b="1">
                <a:solidFill>
                  <a:srgbClr val="284E3C"/>
                </a:solidFill>
                <a:latin typeface="Arial"/>
                <a:ea typeface="Arial"/>
                <a:cs typeface="Arial"/>
              </a:defRPr>
            </a:lvl8pPr>
            <a:lvl9pPr>
              <a:defRPr sz="1800" b="1">
                <a:solidFill>
                  <a:srgbClr val="284E3C"/>
                </a:solidFill>
                <a:latin typeface="Arial"/>
                <a:ea typeface="Arial"/>
                <a:cs typeface="Arial"/>
              </a:defRPr>
            </a:lvl9pPr>
          </a:lstStyle>
          <a:p xmlns:a="http://schemas.openxmlformats.org/drawingml/2006/main">
            <a:pPr>
              <a:defRPr sz="1800" b="1">
                <a:solidFill>
                  <a:srgbClr val="284E3C"/>
                </a:solidFill>
                <a:latin typeface="Arial"/>
                <a:ea typeface="Arial"/>
                <a:cs typeface="Arial"/>
              </a:defRPr>
            </a:pPr>
            <a:r>
              <a:rPr sz="1800" b="1">
                <a:solidFill>
                  <a:srgbClr val="284E3C"/>
                </a:solidFill>
                <a:latin typeface="Arial"/>
                <a:ea typeface="Arial"/>
                <a:cs typeface="Arial"/>
              </a:rPr>
              <a:t>Review moderation</a:t>
            </a:r>
          </a:p>
        </p:txBody>
      </p:sp>
      <p:sp>
        <p:nvSpPr>
          <p:cNvPr id="8" name="">
            <a:extLst xmlns:a="http://schemas.openxmlformats.org/drawingml/2006/main">
              <a:ext uri="{FF2B5EF4-FFF2-40B4-BE49-F238E27FC236}">
                <a16:creationId xmlns:a16="http://schemas.microsoft.com/office/drawing/2014/main" id="{2E26906C-1809-4314-8EA1-0354EBF02650}"/>
              </a:ext>
            </a:extLst>
          </p:cNvPr>
          <p:cNvSpPr>
            <a:spLocks xmlns:a="http://schemas.openxmlformats.org/drawingml/2006/main" noGrp="1"/>
          </p:cNvSpPr>
          <p:nvPr/>
        </p:nvSpPr>
        <p:spPr>
          <a:xfrm xmlns:a="http://schemas.openxmlformats.org/drawingml/2006/main">
            <a:off x="8382000" y="2105025"/>
            <a:ext cx="314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B6758"/>
                </a:solidFill>
                <a:latin typeface="Arial"/>
                <a:ea typeface="Arial"/>
                <a:cs typeface="Arial"/>
              </a:defRPr>
            </a:defPPr>
            <a:lvl1pPr>
              <a:defRPr sz="1425" b="0">
                <a:solidFill>
                  <a:srgbClr val="5B6758"/>
                </a:solidFill>
                <a:latin typeface="Arial"/>
                <a:ea typeface="Arial"/>
                <a:cs typeface="Arial"/>
              </a:defRPr>
            </a:lvl1pPr>
            <a:lvl2pPr>
              <a:defRPr sz="1425" b="0">
                <a:solidFill>
                  <a:srgbClr val="5B6758"/>
                </a:solidFill>
                <a:latin typeface="Arial"/>
                <a:ea typeface="Arial"/>
                <a:cs typeface="Arial"/>
              </a:defRPr>
            </a:lvl2pPr>
            <a:lvl3pPr>
              <a:defRPr sz="1425" b="0">
                <a:solidFill>
                  <a:srgbClr val="5B6758"/>
                </a:solidFill>
                <a:latin typeface="Arial"/>
                <a:ea typeface="Arial"/>
                <a:cs typeface="Arial"/>
              </a:defRPr>
            </a:lvl3pPr>
            <a:lvl4pPr>
              <a:defRPr sz="1425" b="0">
                <a:solidFill>
                  <a:srgbClr val="5B6758"/>
                </a:solidFill>
                <a:latin typeface="Arial"/>
                <a:ea typeface="Arial"/>
                <a:cs typeface="Arial"/>
              </a:defRPr>
            </a:lvl4pPr>
            <a:lvl5pPr>
              <a:defRPr sz="1425" b="0">
                <a:solidFill>
                  <a:srgbClr val="5B6758"/>
                </a:solidFill>
                <a:latin typeface="Arial"/>
                <a:ea typeface="Arial"/>
                <a:cs typeface="Arial"/>
              </a:defRPr>
            </a:lvl5pPr>
            <a:lvl6pPr>
              <a:defRPr sz="1425" b="0">
                <a:solidFill>
                  <a:srgbClr val="5B6758"/>
                </a:solidFill>
                <a:latin typeface="Arial"/>
                <a:ea typeface="Arial"/>
                <a:cs typeface="Arial"/>
              </a:defRPr>
            </a:lvl6pPr>
            <a:lvl7pPr>
              <a:defRPr sz="1425" b="0">
                <a:solidFill>
                  <a:srgbClr val="5B6758"/>
                </a:solidFill>
                <a:latin typeface="Arial"/>
                <a:ea typeface="Arial"/>
                <a:cs typeface="Arial"/>
              </a:defRPr>
            </a:lvl7pPr>
            <a:lvl8pPr>
              <a:defRPr sz="1425" b="0">
                <a:solidFill>
                  <a:srgbClr val="5B6758"/>
                </a:solidFill>
                <a:latin typeface="Arial"/>
                <a:ea typeface="Arial"/>
                <a:cs typeface="Arial"/>
              </a:defRPr>
            </a:lvl8pPr>
            <a:lvl9pPr>
              <a:defRPr sz="1425" b="0">
                <a:solidFill>
                  <a:srgbClr val="5B6758"/>
                </a:solidFill>
                <a:latin typeface="Arial"/>
                <a:ea typeface="Arial"/>
                <a:cs typeface="Arial"/>
              </a:defRPr>
            </a:lvl9pPr>
          </a:lstStyle>
          <a:p xmlns:a="http://schemas.openxmlformats.org/drawingml/2006/main">
            <a:pPr>
              <a:defRPr sz="1425" b="0">
                <a:solidFill>
                  <a:srgbClr val="5B6758"/>
                </a:solidFill>
                <a:latin typeface="Arial"/>
                <a:ea typeface="Arial"/>
                <a:cs typeface="Arial"/>
              </a:defRPr>
            </a:pPr>
            <a:r>
              <a:rPr sz="1425" b="0">
                <a:solidFill>
                  <a:srgbClr val="5B6758"/>
                </a:solidFill>
                <a:latin typeface="Arial"/>
                <a:ea typeface="Arial"/>
                <a:cs typeface="Arial"/>
              </a:rPr>
              <a:t>Search, rating filters and publish/hide controls</a:t>
            </a:r>
          </a:p>
        </p:txBody>
      </p:sp>
      <p:sp>
        <p:nvSpPr>
          <p:cNvPr id="9" name="">
            <a:extLst xmlns:a="http://schemas.openxmlformats.org/drawingml/2006/main">
              <a:ext uri="{FF2B5EF4-FFF2-40B4-BE49-F238E27FC236}">
                <a16:creationId xmlns:a16="http://schemas.microsoft.com/office/drawing/2014/main" id="{2B047AC6-2905-46F6-B211-CD60DAE710A7}"/>
              </a:ext>
            </a:extLst>
          </p:cNvPr>
          <p:cNvSpPr>
            <a:spLocks xmlns:a="http://schemas.openxmlformats.org/drawingml/2006/main" noGrp="1"/>
          </p:cNvSpPr>
          <p:nvPr/>
        </p:nvSpPr>
        <p:spPr>
          <a:xfrm xmlns:a="http://schemas.openxmlformats.org/drawingml/2006/main">
            <a:off x="8382000" y="3209925"/>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84E3C"/>
                </a:solidFill>
                <a:latin typeface="Arial"/>
                <a:ea typeface="Arial"/>
                <a:cs typeface="Arial"/>
              </a:defRPr>
            </a:defPPr>
            <a:lvl1pPr>
              <a:defRPr sz="1800" b="1">
                <a:solidFill>
                  <a:srgbClr val="284E3C"/>
                </a:solidFill>
                <a:latin typeface="Arial"/>
                <a:ea typeface="Arial"/>
                <a:cs typeface="Arial"/>
              </a:defRPr>
            </a:lvl1pPr>
            <a:lvl2pPr>
              <a:defRPr sz="1800" b="1">
                <a:solidFill>
                  <a:srgbClr val="284E3C"/>
                </a:solidFill>
                <a:latin typeface="Arial"/>
                <a:ea typeface="Arial"/>
                <a:cs typeface="Arial"/>
              </a:defRPr>
            </a:lvl2pPr>
            <a:lvl3pPr>
              <a:defRPr sz="1800" b="1">
                <a:solidFill>
                  <a:srgbClr val="284E3C"/>
                </a:solidFill>
                <a:latin typeface="Arial"/>
                <a:ea typeface="Arial"/>
                <a:cs typeface="Arial"/>
              </a:defRPr>
            </a:lvl3pPr>
            <a:lvl4pPr>
              <a:defRPr sz="1800" b="1">
                <a:solidFill>
                  <a:srgbClr val="284E3C"/>
                </a:solidFill>
                <a:latin typeface="Arial"/>
                <a:ea typeface="Arial"/>
                <a:cs typeface="Arial"/>
              </a:defRPr>
            </a:lvl4pPr>
            <a:lvl5pPr>
              <a:defRPr sz="1800" b="1">
                <a:solidFill>
                  <a:srgbClr val="284E3C"/>
                </a:solidFill>
                <a:latin typeface="Arial"/>
                <a:ea typeface="Arial"/>
                <a:cs typeface="Arial"/>
              </a:defRPr>
            </a:lvl5pPr>
            <a:lvl6pPr>
              <a:defRPr sz="1800" b="1">
                <a:solidFill>
                  <a:srgbClr val="284E3C"/>
                </a:solidFill>
                <a:latin typeface="Arial"/>
                <a:ea typeface="Arial"/>
                <a:cs typeface="Arial"/>
              </a:defRPr>
            </a:lvl6pPr>
            <a:lvl7pPr>
              <a:defRPr sz="1800" b="1">
                <a:solidFill>
                  <a:srgbClr val="284E3C"/>
                </a:solidFill>
                <a:latin typeface="Arial"/>
                <a:ea typeface="Arial"/>
                <a:cs typeface="Arial"/>
              </a:defRPr>
            </a:lvl7pPr>
            <a:lvl8pPr>
              <a:defRPr sz="1800" b="1">
                <a:solidFill>
                  <a:srgbClr val="284E3C"/>
                </a:solidFill>
                <a:latin typeface="Arial"/>
                <a:ea typeface="Arial"/>
                <a:cs typeface="Arial"/>
              </a:defRPr>
            </a:lvl8pPr>
            <a:lvl9pPr>
              <a:defRPr sz="1800" b="1">
                <a:solidFill>
                  <a:srgbClr val="284E3C"/>
                </a:solidFill>
                <a:latin typeface="Arial"/>
                <a:ea typeface="Arial"/>
                <a:cs typeface="Arial"/>
              </a:defRPr>
            </a:lvl9pPr>
          </a:lstStyle>
          <a:p xmlns:a="http://schemas.openxmlformats.org/drawingml/2006/main">
            <a:pPr>
              <a:defRPr sz="1800" b="1">
                <a:solidFill>
                  <a:srgbClr val="284E3C"/>
                </a:solidFill>
                <a:latin typeface="Arial"/>
                <a:ea typeface="Arial"/>
                <a:cs typeface="Arial"/>
              </a:defRPr>
            </a:pPr>
            <a:r>
              <a:rPr sz="1800" b="1">
                <a:solidFill>
                  <a:srgbClr val="284E3C"/>
                </a:solidFill>
                <a:latin typeface="Arial"/>
                <a:ea typeface="Arial"/>
                <a:cs typeface="Arial"/>
              </a:rPr>
              <a:t>A visible status</a:t>
            </a:r>
          </a:p>
        </p:txBody>
      </p:sp>
      <p:sp>
        <p:nvSpPr>
          <p:cNvPr id="10" name="">
            <a:extLst xmlns:a="http://schemas.openxmlformats.org/drawingml/2006/main">
              <a:ext uri="{FF2B5EF4-FFF2-40B4-BE49-F238E27FC236}">
                <a16:creationId xmlns:a16="http://schemas.microsoft.com/office/drawing/2014/main" id="{049C11E0-9419-466A-A56D-D08D046D2B26}"/>
              </a:ext>
            </a:extLst>
          </p:cNvPr>
          <p:cNvSpPr>
            <a:spLocks xmlns:a="http://schemas.openxmlformats.org/drawingml/2006/main" noGrp="1"/>
          </p:cNvSpPr>
          <p:nvPr/>
        </p:nvSpPr>
        <p:spPr>
          <a:xfrm xmlns:a="http://schemas.openxmlformats.org/drawingml/2006/main">
            <a:off x="8382000" y="3619500"/>
            <a:ext cx="314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B6758"/>
                </a:solidFill>
                <a:latin typeface="Arial"/>
                <a:ea typeface="Arial"/>
                <a:cs typeface="Arial"/>
              </a:defRPr>
            </a:defPPr>
            <a:lvl1pPr>
              <a:defRPr sz="1425" b="0">
                <a:solidFill>
                  <a:srgbClr val="5B6758"/>
                </a:solidFill>
                <a:latin typeface="Arial"/>
                <a:ea typeface="Arial"/>
                <a:cs typeface="Arial"/>
              </a:defRPr>
            </a:lvl1pPr>
            <a:lvl2pPr>
              <a:defRPr sz="1425" b="0">
                <a:solidFill>
                  <a:srgbClr val="5B6758"/>
                </a:solidFill>
                <a:latin typeface="Arial"/>
                <a:ea typeface="Arial"/>
                <a:cs typeface="Arial"/>
              </a:defRPr>
            </a:lvl2pPr>
            <a:lvl3pPr>
              <a:defRPr sz="1425" b="0">
                <a:solidFill>
                  <a:srgbClr val="5B6758"/>
                </a:solidFill>
                <a:latin typeface="Arial"/>
                <a:ea typeface="Arial"/>
                <a:cs typeface="Arial"/>
              </a:defRPr>
            </a:lvl3pPr>
            <a:lvl4pPr>
              <a:defRPr sz="1425" b="0">
                <a:solidFill>
                  <a:srgbClr val="5B6758"/>
                </a:solidFill>
                <a:latin typeface="Arial"/>
                <a:ea typeface="Arial"/>
                <a:cs typeface="Arial"/>
              </a:defRPr>
            </a:lvl4pPr>
            <a:lvl5pPr>
              <a:defRPr sz="1425" b="0">
                <a:solidFill>
                  <a:srgbClr val="5B6758"/>
                </a:solidFill>
                <a:latin typeface="Arial"/>
                <a:ea typeface="Arial"/>
                <a:cs typeface="Arial"/>
              </a:defRPr>
            </a:lvl5pPr>
            <a:lvl6pPr>
              <a:defRPr sz="1425" b="0">
                <a:solidFill>
                  <a:srgbClr val="5B6758"/>
                </a:solidFill>
                <a:latin typeface="Arial"/>
                <a:ea typeface="Arial"/>
                <a:cs typeface="Arial"/>
              </a:defRPr>
            </a:lvl6pPr>
            <a:lvl7pPr>
              <a:defRPr sz="1425" b="0">
                <a:solidFill>
                  <a:srgbClr val="5B6758"/>
                </a:solidFill>
                <a:latin typeface="Arial"/>
                <a:ea typeface="Arial"/>
                <a:cs typeface="Arial"/>
              </a:defRPr>
            </a:lvl7pPr>
            <a:lvl8pPr>
              <a:defRPr sz="1425" b="0">
                <a:solidFill>
                  <a:srgbClr val="5B6758"/>
                </a:solidFill>
                <a:latin typeface="Arial"/>
                <a:ea typeface="Arial"/>
                <a:cs typeface="Arial"/>
              </a:defRPr>
            </a:lvl8pPr>
            <a:lvl9pPr>
              <a:defRPr sz="1425" b="0">
                <a:solidFill>
                  <a:srgbClr val="5B6758"/>
                </a:solidFill>
                <a:latin typeface="Arial"/>
                <a:ea typeface="Arial"/>
                <a:cs typeface="Arial"/>
              </a:defRPr>
            </a:lvl9pPr>
          </a:lstStyle>
          <a:p xmlns:a="http://schemas.openxmlformats.org/drawingml/2006/main">
            <a:pPr>
              <a:defRPr sz="1425" b="0">
                <a:solidFill>
                  <a:srgbClr val="5B6758"/>
                </a:solidFill>
                <a:latin typeface="Arial"/>
                <a:ea typeface="Arial"/>
                <a:cs typeface="Arial"/>
              </a:defRPr>
            </a:pPr>
            <a:r>
              <a:rPr sz="1425" b="0">
                <a:solidFill>
                  <a:srgbClr val="5B6758"/>
                </a:solidFill>
                <a:latin typeface="Arial"/>
                <a:ea typeface="Arial"/>
                <a:cs typeface="Arial"/>
              </a:rPr>
              <a:t>Hidden feedback is clearly distinguished</a:t>
            </a:r>
          </a:p>
        </p:txBody>
      </p:sp>
      <p:sp>
        <p:nvSpPr>
          <p:cNvPr id="11" name="">
            <a:extLst xmlns:a="http://schemas.openxmlformats.org/drawingml/2006/main">
              <a:ext uri="{FF2B5EF4-FFF2-40B4-BE49-F238E27FC236}">
                <a16:creationId xmlns:a16="http://schemas.microsoft.com/office/drawing/2014/main" id="{2998E1F3-0B9D-4363-A069-AE826A4E6ED5}"/>
              </a:ext>
            </a:extLst>
          </p:cNvPr>
          <p:cNvSpPr>
            <a:spLocks xmlns:a="http://schemas.openxmlformats.org/drawingml/2006/main" noGrp="1"/>
          </p:cNvSpPr>
          <p:nvPr/>
        </p:nvSpPr>
        <p:spPr>
          <a:xfrm xmlns:a="http://schemas.openxmlformats.org/drawingml/2006/main">
            <a:off x="8382000" y="472440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84E3C"/>
                </a:solidFill>
                <a:latin typeface="Arial"/>
                <a:ea typeface="Arial"/>
                <a:cs typeface="Arial"/>
              </a:defRPr>
            </a:defPPr>
            <a:lvl1pPr>
              <a:defRPr sz="1800" b="1">
                <a:solidFill>
                  <a:srgbClr val="284E3C"/>
                </a:solidFill>
                <a:latin typeface="Arial"/>
                <a:ea typeface="Arial"/>
                <a:cs typeface="Arial"/>
              </a:defRPr>
            </a:lvl1pPr>
            <a:lvl2pPr>
              <a:defRPr sz="1800" b="1">
                <a:solidFill>
                  <a:srgbClr val="284E3C"/>
                </a:solidFill>
                <a:latin typeface="Arial"/>
                <a:ea typeface="Arial"/>
                <a:cs typeface="Arial"/>
              </a:defRPr>
            </a:lvl2pPr>
            <a:lvl3pPr>
              <a:defRPr sz="1800" b="1">
                <a:solidFill>
                  <a:srgbClr val="284E3C"/>
                </a:solidFill>
                <a:latin typeface="Arial"/>
                <a:ea typeface="Arial"/>
                <a:cs typeface="Arial"/>
              </a:defRPr>
            </a:lvl3pPr>
            <a:lvl4pPr>
              <a:defRPr sz="1800" b="1">
                <a:solidFill>
                  <a:srgbClr val="284E3C"/>
                </a:solidFill>
                <a:latin typeface="Arial"/>
                <a:ea typeface="Arial"/>
                <a:cs typeface="Arial"/>
              </a:defRPr>
            </a:lvl4pPr>
            <a:lvl5pPr>
              <a:defRPr sz="1800" b="1">
                <a:solidFill>
                  <a:srgbClr val="284E3C"/>
                </a:solidFill>
                <a:latin typeface="Arial"/>
                <a:ea typeface="Arial"/>
                <a:cs typeface="Arial"/>
              </a:defRPr>
            </a:lvl5pPr>
            <a:lvl6pPr>
              <a:defRPr sz="1800" b="1">
                <a:solidFill>
                  <a:srgbClr val="284E3C"/>
                </a:solidFill>
                <a:latin typeface="Arial"/>
                <a:ea typeface="Arial"/>
                <a:cs typeface="Arial"/>
              </a:defRPr>
            </a:lvl6pPr>
            <a:lvl7pPr>
              <a:defRPr sz="1800" b="1">
                <a:solidFill>
                  <a:srgbClr val="284E3C"/>
                </a:solidFill>
                <a:latin typeface="Arial"/>
                <a:ea typeface="Arial"/>
                <a:cs typeface="Arial"/>
              </a:defRPr>
            </a:lvl7pPr>
            <a:lvl8pPr>
              <a:defRPr sz="1800" b="1">
                <a:solidFill>
                  <a:srgbClr val="284E3C"/>
                </a:solidFill>
                <a:latin typeface="Arial"/>
                <a:ea typeface="Arial"/>
                <a:cs typeface="Arial"/>
              </a:defRPr>
            </a:lvl8pPr>
            <a:lvl9pPr>
              <a:defRPr sz="1800" b="1">
                <a:solidFill>
                  <a:srgbClr val="284E3C"/>
                </a:solidFill>
                <a:latin typeface="Arial"/>
                <a:ea typeface="Arial"/>
                <a:cs typeface="Arial"/>
              </a:defRPr>
            </a:lvl9pPr>
          </a:lstStyle>
          <a:p xmlns:a="http://schemas.openxmlformats.org/drawingml/2006/main">
            <a:pPr>
              <a:defRPr sz="1800" b="1">
                <a:solidFill>
                  <a:srgbClr val="284E3C"/>
                </a:solidFill>
                <a:latin typeface="Arial"/>
                <a:ea typeface="Arial"/>
                <a:cs typeface="Arial"/>
              </a:defRPr>
            </a:pPr>
            <a:r>
              <a:rPr sz="1800" b="1">
                <a:solidFill>
                  <a:srgbClr val="284E3C"/>
                </a:solidFill>
                <a:latin typeface="Arial"/>
                <a:ea typeface="Arial"/>
                <a:cs typeface="Arial"/>
              </a:rPr>
              <a:t>Customer inbox</a:t>
            </a:r>
          </a:p>
        </p:txBody>
      </p:sp>
      <p:sp>
        <p:nvSpPr>
          <p:cNvPr id="12" name="">
            <a:extLst xmlns:a="http://schemas.openxmlformats.org/drawingml/2006/main">
              <a:ext uri="{FF2B5EF4-FFF2-40B4-BE49-F238E27FC236}">
                <a16:creationId xmlns:a16="http://schemas.microsoft.com/office/drawing/2014/main" id="{A06BCE1E-D1E2-4B72-8584-EF77939B71D3}"/>
              </a:ext>
            </a:extLst>
          </p:cNvPr>
          <p:cNvSpPr>
            <a:spLocks xmlns:a="http://schemas.openxmlformats.org/drawingml/2006/main" noGrp="1"/>
          </p:cNvSpPr>
          <p:nvPr/>
        </p:nvSpPr>
        <p:spPr>
          <a:xfrm xmlns:a="http://schemas.openxmlformats.org/drawingml/2006/main">
            <a:off x="8382000" y="5133975"/>
            <a:ext cx="314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B6758"/>
                </a:solidFill>
                <a:latin typeface="Arial"/>
                <a:ea typeface="Arial"/>
                <a:cs typeface="Arial"/>
              </a:defRPr>
            </a:defPPr>
            <a:lvl1pPr>
              <a:defRPr sz="1425" b="0">
                <a:solidFill>
                  <a:srgbClr val="5B6758"/>
                </a:solidFill>
                <a:latin typeface="Arial"/>
                <a:ea typeface="Arial"/>
                <a:cs typeface="Arial"/>
              </a:defRPr>
            </a:lvl1pPr>
            <a:lvl2pPr>
              <a:defRPr sz="1425" b="0">
                <a:solidFill>
                  <a:srgbClr val="5B6758"/>
                </a:solidFill>
                <a:latin typeface="Arial"/>
                <a:ea typeface="Arial"/>
                <a:cs typeface="Arial"/>
              </a:defRPr>
            </a:lvl2pPr>
            <a:lvl3pPr>
              <a:defRPr sz="1425" b="0">
                <a:solidFill>
                  <a:srgbClr val="5B6758"/>
                </a:solidFill>
                <a:latin typeface="Arial"/>
                <a:ea typeface="Arial"/>
                <a:cs typeface="Arial"/>
              </a:defRPr>
            </a:lvl3pPr>
            <a:lvl4pPr>
              <a:defRPr sz="1425" b="0">
                <a:solidFill>
                  <a:srgbClr val="5B6758"/>
                </a:solidFill>
                <a:latin typeface="Arial"/>
                <a:ea typeface="Arial"/>
                <a:cs typeface="Arial"/>
              </a:defRPr>
            </a:lvl4pPr>
            <a:lvl5pPr>
              <a:defRPr sz="1425" b="0">
                <a:solidFill>
                  <a:srgbClr val="5B6758"/>
                </a:solidFill>
                <a:latin typeface="Arial"/>
                <a:ea typeface="Arial"/>
                <a:cs typeface="Arial"/>
              </a:defRPr>
            </a:lvl5pPr>
            <a:lvl6pPr>
              <a:defRPr sz="1425" b="0">
                <a:solidFill>
                  <a:srgbClr val="5B6758"/>
                </a:solidFill>
                <a:latin typeface="Arial"/>
                <a:ea typeface="Arial"/>
                <a:cs typeface="Arial"/>
              </a:defRPr>
            </a:lvl6pPr>
            <a:lvl7pPr>
              <a:defRPr sz="1425" b="0">
                <a:solidFill>
                  <a:srgbClr val="5B6758"/>
                </a:solidFill>
                <a:latin typeface="Arial"/>
                <a:ea typeface="Arial"/>
                <a:cs typeface="Arial"/>
              </a:defRPr>
            </a:lvl7pPr>
            <a:lvl8pPr>
              <a:defRPr sz="1425" b="0">
                <a:solidFill>
                  <a:srgbClr val="5B6758"/>
                </a:solidFill>
                <a:latin typeface="Arial"/>
                <a:ea typeface="Arial"/>
                <a:cs typeface="Arial"/>
              </a:defRPr>
            </a:lvl8pPr>
            <a:lvl9pPr>
              <a:defRPr sz="1425" b="0">
                <a:solidFill>
                  <a:srgbClr val="5B6758"/>
                </a:solidFill>
                <a:latin typeface="Arial"/>
                <a:ea typeface="Arial"/>
                <a:cs typeface="Arial"/>
              </a:defRPr>
            </a:lvl9pPr>
          </a:lstStyle>
          <a:p xmlns:a="http://schemas.openxmlformats.org/drawingml/2006/main">
            <a:pPr>
              <a:defRPr sz="1425" b="0">
                <a:solidFill>
                  <a:srgbClr val="5B6758"/>
                </a:solidFill>
                <a:latin typeface="Arial"/>
                <a:ea typeface="Arial"/>
                <a:cs typeface="Arial"/>
              </a:defRPr>
            </a:pPr>
            <a:r>
              <a:rPr sz="1425" b="0">
                <a:solidFill>
                  <a:srgbClr val="5B6758"/>
                </a:solidFill>
                <a:latin typeface="Arial"/>
                <a:ea typeface="Arial"/>
                <a:cs typeface="Arial"/>
              </a:rPr>
              <a:t>Contact and assistance requests, with resolution tracking</a:t>
            </a:r>
          </a:p>
        </p:txBody>
      </p:sp>
    </p:spTree>
    <p:extLst>
      <p:ext uri="{BB962C8B-B14F-4D97-AF65-F5344CB8AC3E}">
        <p14:creationId xmlns:p14="http://schemas.microsoft.com/office/powerpoint/2010/main" val="74484936"/>
      </p:ext>
    </p:extLst>
  </p:cSld>
</p:sld>
</file>

<file path=ppt/slides/slide11.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B42A5E9-7D89-4657-9968-34D7EDB49714}"/>
              </a:ext>
            </a:extLst>
          </p:cNvPr>
          <p:cNvSpPr>
            <a:spLocks xmlns:a="http://schemas.openxmlformats.org/drawingml/2006/main" noGrp="1"/>
          </p:cNvSpPr>
          <p:nvPr/>
        </p:nvSpPr>
        <p:spPr>
          <a:xfrm xmlns:a="http://schemas.openxmlformats.org/drawingml/2006/main">
            <a:off x="533400" y="400050"/>
            <a:ext cx="111252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284E3C"/>
                </a:solidFill>
                <a:latin typeface="Arial"/>
                <a:ea typeface="Arial"/>
                <a:cs typeface="Arial"/>
              </a:defRPr>
            </a:defPPr>
            <a:lvl1pPr>
              <a:buNone/>
              <a:defRPr sz="2850" b="1">
                <a:solidFill>
                  <a:srgbClr val="284E3C"/>
                </a:solidFill>
                <a:latin typeface="Arial"/>
                <a:ea typeface="Arial"/>
                <a:cs typeface="Arial"/>
              </a:defRPr>
            </a:lvl1pPr>
            <a:lvl2pPr>
              <a:buNone/>
              <a:defRPr sz="2850" b="1">
                <a:solidFill>
                  <a:srgbClr val="284E3C"/>
                </a:solidFill>
                <a:latin typeface="Arial"/>
                <a:ea typeface="Arial"/>
                <a:cs typeface="Arial"/>
              </a:defRPr>
            </a:lvl2pPr>
            <a:lvl3pPr>
              <a:buNone/>
              <a:defRPr sz="2850" b="1">
                <a:solidFill>
                  <a:srgbClr val="284E3C"/>
                </a:solidFill>
                <a:latin typeface="Arial"/>
                <a:ea typeface="Arial"/>
                <a:cs typeface="Arial"/>
              </a:defRPr>
            </a:lvl3pPr>
            <a:lvl4pPr>
              <a:buNone/>
              <a:defRPr sz="2850" b="1">
                <a:solidFill>
                  <a:srgbClr val="284E3C"/>
                </a:solidFill>
                <a:latin typeface="Arial"/>
                <a:ea typeface="Arial"/>
                <a:cs typeface="Arial"/>
              </a:defRPr>
            </a:lvl4pPr>
            <a:lvl5pPr>
              <a:buNone/>
              <a:defRPr sz="2850" b="1">
                <a:solidFill>
                  <a:srgbClr val="284E3C"/>
                </a:solidFill>
                <a:latin typeface="Arial"/>
                <a:ea typeface="Arial"/>
                <a:cs typeface="Arial"/>
              </a:defRPr>
            </a:lvl5pPr>
            <a:lvl6pPr>
              <a:buNone/>
              <a:defRPr sz="2850" b="1">
                <a:solidFill>
                  <a:srgbClr val="284E3C"/>
                </a:solidFill>
                <a:latin typeface="Arial"/>
                <a:ea typeface="Arial"/>
                <a:cs typeface="Arial"/>
              </a:defRPr>
            </a:lvl6pPr>
            <a:lvl7pPr>
              <a:buNone/>
              <a:defRPr sz="2850" b="1">
                <a:solidFill>
                  <a:srgbClr val="284E3C"/>
                </a:solidFill>
                <a:latin typeface="Arial"/>
                <a:ea typeface="Arial"/>
                <a:cs typeface="Arial"/>
              </a:defRPr>
            </a:lvl7pPr>
            <a:lvl8pPr>
              <a:buNone/>
              <a:defRPr sz="2850" b="1">
                <a:solidFill>
                  <a:srgbClr val="284E3C"/>
                </a:solidFill>
                <a:latin typeface="Arial"/>
                <a:ea typeface="Arial"/>
                <a:cs typeface="Arial"/>
              </a:defRPr>
            </a:lvl8pPr>
            <a:lvl9pPr>
              <a:buNone/>
              <a:defRPr sz="2850" b="1">
                <a:solidFill>
                  <a:srgbClr val="284E3C"/>
                </a:solidFill>
                <a:latin typeface="Arial"/>
                <a:ea typeface="Arial"/>
                <a:cs typeface="Arial"/>
              </a:defRPr>
            </a:lvl9pPr>
          </a:lstStyle>
          <a:p xmlns:a="http://schemas.openxmlformats.org/drawingml/2006/main">
            <a:pPr>
              <a:buNone/>
              <a:defRPr sz="2850" b="1">
                <a:solidFill>
                  <a:srgbClr val="284E3C"/>
                </a:solidFill>
                <a:latin typeface="Arial"/>
                <a:ea typeface="Arial"/>
                <a:cs typeface="Arial"/>
              </a:defRPr>
            </a:pPr>
            <a:r>
              <a:rPr sz="2850" b="1">
                <a:solidFill>
                  <a:srgbClr val="284E3C"/>
                </a:solidFill>
                <a:latin typeface="Arial"/>
                <a:ea typeface="Arial"/>
                <a:cs typeface="Arial"/>
              </a:rPr>
              <a:t>AI reports with flexible reporting periods</a:t>
            </a:r>
          </a:p>
        </p:txBody>
      </p:sp>
      <p:sp>
        <p:nvSpPr>
          <p:cNvPr id="2" name="">
            <a:extLst xmlns:a="http://schemas.openxmlformats.org/drawingml/2006/main">
              <a:ext uri="{FF2B5EF4-FFF2-40B4-BE49-F238E27FC236}">
                <a16:creationId xmlns:a16="http://schemas.microsoft.com/office/drawing/2014/main" id="{6BB188DA-B8EB-4088-9233-7820E3E2DD0E}"/>
              </a:ext>
            </a:extLst>
          </p:cNvPr>
          <p:cNvSpPr>
            <a:spLocks xmlns:a="http://schemas.openxmlformats.org/drawingml/2006/main" noGrp="1"/>
          </p:cNvSpPr>
          <p:nvPr/>
        </p:nvSpPr>
        <p:spPr>
          <a:xfrm xmlns:a="http://schemas.openxmlformats.org/drawingml/2006/main">
            <a:off x="533400" y="6286500"/>
            <a:ext cx="11125200" cy="9525"/>
          </a:xfrm>
          <a:prstGeom xmlns:a="http://schemas.openxmlformats.org/drawingml/2006/main" prst="rect">
            <a:avLst/>
          </a:prstGeom>
          <a:solidFill xmlns:a="http://schemas.openxmlformats.org/drawingml/2006/main">
            <a:srgbClr val="BBC8B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A82BDC4-F183-487E-B448-035104116A3F}"/>
              </a:ext>
            </a:extLst>
          </p:cNvPr>
          <p:cNvSpPr>
            <a:spLocks xmlns:a="http://schemas.openxmlformats.org/drawingml/2006/main" noGrp="1"/>
          </p:cNvSpPr>
          <p:nvPr/>
        </p:nvSpPr>
        <p:spPr>
          <a:xfrm xmlns:a="http://schemas.openxmlformats.org/drawingml/2006/main">
            <a:off x="533400" y="6448425"/>
            <a:ext cx="323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1">
                <a:solidFill>
                  <a:srgbClr val="5B6758"/>
                </a:solidFill>
                <a:latin typeface="Arial"/>
                <a:ea typeface="Arial"/>
                <a:cs typeface="Arial"/>
              </a:defRPr>
            </a:defPPr>
            <a:lvl1pPr>
              <a:buNone/>
              <a:defRPr sz="900" b="1">
                <a:solidFill>
                  <a:srgbClr val="5B6758"/>
                </a:solidFill>
                <a:latin typeface="Arial"/>
                <a:ea typeface="Arial"/>
                <a:cs typeface="Arial"/>
              </a:defRPr>
            </a:lvl1pPr>
            <a:lvl2pPr>
              <a:buNone/>
              <a:defRPr sz="900" b="1">
                <a:solidFill>
                  <a:srgbClr val="5B6758"/>
                </a:solidFill>
                <a:latin typeface="Arial"/>
                <a:ea typeface="Arial"/>
                <a:cs typeface="Arial"/>
              </a:defRPr>
            </a:lvl2pPr>
            <a:lvl3pPr>
              <a:buNone/>
              <a:defRPr sz="900" b="1">
                <a:solidFill>
                  <a:srgbClr val="5B6758"/>
                </a:solidFill>
                <a:latin typeface="Arial"/>
                <a:ea typeface="Arial"/>
                <a:cs typeface="Arial"/>
              </a:defRPr>
            </a:lvl3pPr>
            <a:lvl4pPr>
              <a:buNone/>
              <a:defRPr sz="900" b="1">
                <a:solidFill>
                  <a:srgbClr val="5B6758"/>
                </a:solidFill>
                <a:latin typeface="Arial"/>
                <a:ea typeface="Arial"/>
                <a:cs typeface="Arial"/>
              </a:defRPr>
            </a:lvl4pPr>
            <a:lvl5pPr>
              <a:buNone/>
              <a:defRPr sz="900" b="1">
                <a:solidFill>
                  <a:srgbClr val="5B6758"/>
                </a:solidFill>
                <a:latin typeface="Arial"/>
                <a:ea typeface="Arial"/>
                <a:cs typeface="Arial"/>
              </a:defRPr>
            </a:lvl5pPr>
            <a:lvl6pPr>
              <a:buNone/>
              <a:defRPr sz="900" b="1">
                <a:solidFill>
                  <a:srgbClr val="5B6758"/>
                </a:solidFill>
                <a:latin typeface="Arial"/>
                <a:ea typeface="Arial"/>
                <a:cs typeface="Arial"/>
              </a:defRPr>
            </a:lvl6pPr>
            <a:lvl7pPr>
              <a:buNone/>
              <a:defRPr sz="900" b="1">
                <a:solidFill>
                  <a:srgbClr val="5B6758"/>
                </a:solidFill>
                <a:latin typeface="Arial"/>
                <a:ea typeface="Arial"/>
                <a:cs typeface="Arial"/>
              </a:defRPr>
            </a:lvl7pPr>
            <a:lvl8pPr>
              <a:buNone/>
              <a:defRPr sz="900" b="1">
                <a:solidFill>
                  <a:srgbClr val="5B6758"/>
                </a:solidFill>
                <a:latin typeface="Arial"/>
                <a:ea typeface="Arial"/>
                <a:cs typeface="Arial"/>
              </a:defRPr>
            </a:lvl8pPr>
            <a:lvl9pPr>
              <a:buNone/>
              <a:defRPr sz="900" b="1">
                <a:solidFill>
                  <a:srgbClr val="5B6758"/>
                </a:solidFill>
                <a:latin typeface="Arial"/>
                <a:ea typeface="Arial"/>
                <a:cs typeface="Arial"/>
              </a:defRPr>
            </a:lvl9pPr>
          </a:lstStyle>
          <a:p xmlns:a="http://schemas.openxmlformats.org/drawingml/2006/main">
            <a:pPr>
              <a:buNone/>
              <a:defRPr sz="900" b="1">
                <a:solidFill>
                  <a:srgbClr val="5B6758"/>
                </a:solidFill>
                <a:latin typeface="Arial"/>
                <a:ea typeface="Arial"/>
                <a:cs typeface="Arial"/>
              </a:defRPr>
            </a:pPr>
            <a:r>
              <a:rPr sz="900" b="1">
                <a:solidFill>
                  <a:srgbClr val="5B6758"/>
                </a:solidFill>
                <a:latin typeface="Arial"/>
                <a:ea typeface="Arial"/>
                <a:cs typeface="Arial"/>
              </a:rPr>
              <a:t>NABTA BOTANICAL</a:t>
            </a:r>
          </a:p>
        </p:txBody>
      </p:sp>
      <p:sp>
        <p:nvSpPr>
          <p:cNvPr id="4" name="">
            <a:extLst xmlns:a="http://schemas.openxmlformats.org/drawingml/2006/main">
              <a:ext uri="{FF2B5EF4-FFF2-40B4-BE49-F238E27FC236}">
                <a16:creationId xmlns:a16="http://schemas.microsoft.com/office/drawing/2014/main" id="{C912E535-55E4-47D7-AF89-DEF8BD0E9D7A}"/>
              </a:ext>
            </a:extLst>
          </p:cNvPr>
          <p:cNvSpPr>
            <a:spLocks xmlns:a="http://schemas.openxmlformats.org/drawingml/2006/main" noGrp="1"/>
          </p:cNvSpPr>
          <p:nvPr/>
        </p:nvSpPr>
        <p:spPr>
          <a:xfrm xmlns:a="http://schemas.openxmlformats.org/drawingml/2006/main">
            <a:off x="9239250" y="6448425"/>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0">
                <a:solidFill>
                  <a:srgbClr val="5B6758"/>
                </a:solidFill>
                <a:latin typeface="Arial"/>
                <a:ea typeface="Arial"/>
                <a:cs typeface="Arial"/>
              </a:defRPr>
            </a:defPPr>
            <a:lvl1pPr>
              <a:buNone/>
              <a:defRPr sz="900" b="0">
                <a:solidFill>
                  <a:srgbClr val="5B6758"/>
                </a:solidFill>
                <a:latin typeface="Arial"/>
                <a:ea typeface="Arial"/>
                <a:cs typeface="Arial"/>
              </a:defRPr>
            </a:lvl1pPr>
            <a:lvl2pPr>
              <a:buNone/>
              <a:defRPr sz="900" b="0">
                <a:solidFill>
                  <a:srgbClr val="5B6758"/>
                </a:solidFill>
                <a:latin typeface="Arial"/>
                <a:ea typeface="Arial"/>
                <a:cs typeface="Arial"/>
              </a:defRPr>
            </a:lvl2pPr>
            <a:lvl3pPr>
              <a:buNone/>
              <a:defRPr sz="900" b="0">
                <a:solidFill>
                  <a:srgbClr val="5B6758"/>
                </a:solidFill>
                <a:latin typeface="Arial"/>
                <a:ea typeface="Arial"/>
                <a:cs typeface="Arial"/>
              </a:defRPr>
            </a:lvl3pPr>
            <a:lvl4pPr>
              <a:buNone/>
              <a:defRPr sz="900" b="0">
                <a:solidFill>
                  <a:srgbClr val="5B6758"/>
                </a:solidFill>
                <a:latin typeface="Arial"/>
                <a:ea typeface="Arial"/>
                <a:cs typeface="Arial"/>
              </a:defRPr>
            </a:lvl4pPr>
            <a:lvl5pPr>
              <a:buNone/>
              <a:defRPr sz="900" b="0">
                <a:solidFill>
                  <a:srgbClr val="5B6758"/>
                </a:solidFill>
                <a:latin typeface="Arial"/>
                <a:ea typeface="Arial"/>
                <a:cs typeface="Arial"/>
              </a:defRPr>
            </a:lvl5pPr>
            <a:lvl6pPr>
              <a:buNone/>
              <a:defRPr sz="900" b="0">
                <a:solidFill>
                  <a:srgbClr val="5B6758"/>
                </a:solidFill>
                <a:latin typeface="Arial"/>
                <a:ea typeface="Arial"/>
                <a:cs typeface="Arial"/>
              </a:defRPr>
            </a:lvl6pPr>
            <a:lvl7pPr>
              <a:buNone/>
              <a:defRPr sz="900" b="0">
                <a:solidFill>
                  <a:srgbClr val="5B6758"/>
                </a:solidFill>
                <a:latin typeface="Arial"/>
                <a:ea typeface="Arial"/>
                <a:cs typeface="Arial"/>
              </a:defRPr>
            </a:lvl7pPr>
            <a:lvl8pPr>
              <a:buNone/>
              <a:defRPr sz="900" b="0">
                <a:solidFill>
                  <a:srgbClr val="5B6758"/>
                </a:solidFill>
                <a:latin typeface="Arial"/>
                <a:ea typeface="Arial"/>
                <a:cs typeface="Arial"/>
              </a:defRPr>
            </a:lvl8pPr>
            <a:lvl9pPr>
              <a:buNone/>
              <a:defRPr sz="900" b="0">
                <a:solidFill>
                  <a:srgbClr val="5B6758"/>
                </a:solidFill>
                <a:latin typeface="Arial"/>
                <a:ea typeface="Arial"/>
                <a:cs typeface="Arial"/>
              </a:defRPr>
            </a:lvl9pPr>
          </a:lstStyle>
          <a:p xmlns:a="http://schemas.openxmlformats.org/drawingml/2006/main">
            <a:pPr>
              <a:buNone/>
              <a:defRPr sz="900" b="0">
                <a:solidFill>
                  <a:srgbClr val="5B6758"/>
                </a:solidFill>
                <a:latin typeface="Arial"/>
                <a:ea typeface="Arial"/>
                <a:cs typeface="Arial"/>
              </a:defRPr>
            </a:pPr>
            <a:r>
              <a:rPr sz="900" b="0">
                <a:solidFill>
                  <a:srgbClr val="5B6758"/>
                </a:solidFill>
                <a:latin typeface="Arial"/>
                <a:ea typeface="Arial"/>
                <a:cs typeface="Arial"/>
              </a:rPr>
              <a:t>11 / 13     7:25–8:25</a:t>
            </a:r>
          </a:p>
        </p:txBody>
      </p:sp>
      <p:sp>
        <p:nvSpPr>
          <p:cNvPr id="5" name="">
            <a:extLst xmlns:a="http://schemas.openxmlformats.org/drawingml/2006/main">
              <a:ext uri="{FF2B5EF4-FFF2-40B4-BE49-F238E27FC236}">
                <a16:creationId xmlns:a16="http://schemas.microsoft.com/office/drawing/2014/main" id="{6D883167-B0FC-40C9-891D-AC251E3C698F}"/>
              </a:ext>
            </a:extLst>
          </p:cNvPr>
          <p:cNvSpPr>
            <a:spLocks xmlns:a="http://schemas.openxmlformats.org/drawingml/2006/main" noGrp="1"/>
          </p:cNvSpPr>
          <p:nvPr/>
        </p:nvSpPr>
        <p:spPr>
          <a:xfrm xmlns:a="http://schemas.openxmlformats.org/drawingml/2006/main">
            <a:off x="523875" y="1466850"/>
            <a:ext cx="7258050" cy="4543425"/>
          </a:xfrm>
          <a:prstGeom xmlns:a="http://schemas.openxmlformats.org/drawingml/2006/main" prst="roundRect">
            <a:avLst>
              <a:gd name="adj" fmla="val 1677"/>
            </a:avLst>
          </a:prstGeom>
          <a:solidFill xmlns:a="http://schemas.openxmlformats.org/drawingml/2006/main">
            <a:srgbClr val="FFFFFF"/>
          </a:solidFill>
          <a:ln xmlns:a="http://schemas.openxmlformats.org/drawingml/2006/main" w="9525">
            <a:solidFill>
              <a:srgbClr val="BBC8B3"/>
            </a:solidFill>
          </a:ln>
        </p:spPr>
      </p:sp>
      <p:pic>
        <p:nvPicPr>
          <p:cNvPr id="6" name="">
            <a:extLst xmlns:a="http://schemas.openxmlformats.org/drawingml/2006/main">
              <a:ext uri="{FF2B5EF4-FFF2-40B4-BE49-F238E27FC236}">
                <a16:creationId xmlns:a16="http://schemas.microsoft.com/office/drawing/2014/main" id="{FFE4AEE7-6355-4C04-9DE7-7733E60661A5}"/>
              </a:ext>
            </a:extLst>
          </p:cNvPr>
          <p:cNvPicPr>
            <a:picLocks xmlns:a="http://schemas.openxmlformats.org/drawingml/2006/main" noChangeAspect="1"/>
          </p:cNvPicPr>
          <p:nvPr/>
        </p:nvPicPr>
        <p:blipFill>
          <a:blip xmlns:r="http://schemas.openxmlformats.org/officeDocument/2006/relationships" xmlns:a="http://schemas.openxmlformats.org/drawingml/2006/main" r:embed="Re03ce751e4074373"/>
          <a:stretch xmlns:a="http://schemas.openxmlformats.org/drawingml/2006/main"/>
        </p:blipFill>
        <p:spPr>
          <a:xfrm xmlns:a="http://schemas.openxmlformats.org/drawingml/2006/main">
            <a:off x="533400" y="1721802"/>
            <a:ext cx="7239000" cy="403352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30D0FA4-FFE6-4513-A2F1-71F4BA48C90C}"/>
              </a:ext>
            </a:extLst>
          </p:cNvPr>
          <p:cNvSpPr>
            <a:spLocks xmlns:a="http://schemas.openxmlformats.org/drawingml/2006/main" noGrp="1"/>
          </p:cNvSpPr>
          <p:nvPr/>
        </p:nvSpPr>
        <p:spPr>
          <a:xfrm xmlns:a="http://schemas.openxmlformats.org/drawingml/2006/main">
            <a:off x="8143875" y="1504950"/>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84E3C"/>
                </a:solidFill>
                <a:latin typeface="Arial"/>
                <a:ea typeface="Arial"/>
                <a:cs typeface="Arial"/>
              </a:defRPr>
            </a:defPPr>
            <a:lvl1pPr>
              <a:buNone/>
              <a:defRPr sz="1800" b="1">
                <a:solidFill>
                  <a:srgbClr val="284E3C"/>
                </a:solidFill>
                <a:latin typeface="Arial"/>
                <a:ea typeface="Arial"/>
                <a:cs typeface="Arial"/>
              </a:defRPr>
            </a:lvl1pPr>
            <a:lvl2pPr>
              <a:buNone/>
              <a:defRPr sz="1800" b="1">
                <a:solidFill>
                  <a:srgbClr val="284E3C"/>
                </a:solidFill>
                <a:latin typeface="Arial"/>
                <a:ea typeface="Arial"/>
                <a:cs typeface="Arial"/>
              </a:defRPr>
            </a:lvl2pPr>
            <a:lvl3pPr>
              <a:buNone/>
              <a:defRPr sz="1800" b="1">
                <a:solidFill>
                  <a:srgbClr val="284E3C"/>
                </a:solidFill>
                <a:latin typeface="Arial"/>
                <a:ea typeface="Arial"/>
                <a:cs typeface="Arial"/>
              </a:defRPr>
            </a:lvl3pPr>
            <a:lvl4pPr>
              <a:buNone/>
              <a:defRPr sz="1800" b="1">
                <a:solidFill>
                  <a:srgbClr val="284E3C"/>
                </a:solidFill>
                <a:latin typeface="Arial"/>
                <a:ea typeface="Arial"/>
                <a:cs typeface="Arial"/>
              </a:defRPr>
            </a:lvl4pPr>
            <a:lvl5pPr>
              <a:buNone/>
              <a:defRPr sz="1800" b="1">
                <a:solidFill>
                  <a:srgbClr val="284E3C"/>
                </a:solidFill>
                <a:latin typeface="Arial"/>
                <a:ea typeface="Arial"/>
                <a:cs typeface="Arial"/>
              </a:defRPr>
            </a:lvl5pPr>
            <a:lvl6pPr>
              <a:buNone/>
              <a:defRPr sz="1800" b="1">
                <a:solidFill>
                  <a:srgbClr val="284E3C"/>
                </a:solidFill>
                <a:latin typeface="Arial"/>
                <a:ea typeface="Arial"/>
                <a:cs typeface="Arial"/>
              </a:defRPr>
            </a:lvl6pPr>
            <a:lvl7pPr>
              <a:buNone/>
              <a:defRPr sz="1800" b="1">
                <a:solidFill>
                  <a:srgbClr val="284E3C"/>
                </a:solidFill>
                <a:latin typeface="Arial"/>
                <a:ea typeface="Arial"/>
                <a:cs typeface="Arial"/>
              </a:defRPr>
            </a:lvl7pPr>
            <a:lvl8pPr>
              <a:buNone/>
              <a:defRPr sz="1800" b="1">
                <a:solidFill>
                  <a:srgbClr val="284E3C"/>
                </a:solidFill>
                <a:latin typeface="Arial"/>
                <a:ea typeface="Arial"/>
                <a:cs typeface="Arial"/>
              </a:defRPr>
            </a:lvl8pPr>
            <a:lvl9pPr>
              <a:buNone/>
              <a:defRPr sz="1800" b="1">
                <a:solidFill>
                  <a:srgbClr val="284E3C"/>
                </a:solidFill>
                <a:latin typeface="Arial"/>
                <a:ea typeface="Arial"/>
                <a:cs typeface="Arial"/>
              </a:defRPr>
            </a:lvl9pPr>
          </a:lstStyle>
          <a:p xmlns:a="http://schemas.openxmlformats.org/drawingml/2006/main">
            <a:pPr>
              <a:buNone/>
              <a:defRPr sz="1800" b="1">
                <a:solidFill>
                  <a:srgbClr val="284E3C"/>
                </a:solidFill>
                <a:latin typeface="Arial"/>
                <a:ea typeface="Arial"/>
                <a:cs typeface="Arial"/>
              </a:defRPr>
            </a:pPr>
            <a:r>
              <a:rPr sz="1800" b="1">
                <a:solidFill>
                  <a:srgbClr val="284E3C"/>
                </a:solidFill>
                <a:latin typeface="Arial"/>
                <a:ea typeface="Arial"/>
                <a:cs typeface="Arial"/>
              </a:rPr>
              <a:t>No dates</a:t>
            </a:r>
          </a:p>
        </p:txBody>
      </p:sp>
      <p:sp>
        <p:nvSpPr>
          <p:cNvPr id="8" name="">
            <a:extLst xmlns:a="http://schemas.openxmlformats.org/drawingml/2006/main">
              <a:ext uri="{FF2B5EF4-FFF2-40B4-BE49-F238E27FC236}">
                <a16:creationId xmlns:a16="http://schemas.microsoft.com/office/drawing/2014/main" id="{3EEFE3C2-E109-4EFC-8496-E1C2F7B3A695}"/>
              </a:ext>
            </a:extLst>
          </p:cNvPr>
          <p:cNvSpPr>
            <a:spLocks xmlns:a="http://schemas.openxmlformats.org/drawingml/2006/main" noGrp="1"/>
          </p:cNvSpPr>
          <p:nvPr/>
        </p:nvSpPr>
        <p:spPr>
          <a:xfrm xmlns:a="http://schemas.openxmlformats.org/drawingml/2006/main">
            <a:off x="8143875" y="1914525"/>
            <a:ext cx="352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B6758"/>
                </a:solidFill>
                <a:latin typeface="Arial"/>
                <a:ea typeface="Arial"/>
                <a:cs typeface="Arial"/>
              </a:defRPr>
            </a:defPPr>
            <a:lvl1pPr>
              <a:buNone/>
              <a:defRPr sz="1425" b="0">
                <a:solidFill>
                  <a:srgbClr val="5B6758"/>
                </a:solidFill>
                <a:latin typeface="Arial"/>
                <a:ea typeface="Arial"/>
                <a:cs typeface="Arial"/>
              </a:defRPr>
            </a:lvl1pPr>
            <a:lvl2pPr>
              <a:buNone/>
              <a:defRPr sz="1425" b="0">
                <a:solidFill>
                  <a:srgbClr val="5B6758"/>
                </a:solidFill>
                <a:latin typeface="Arial"/>
                <a:ea typeface="Arial"/>
                <a:cs typeface="Arial"/>
              </a:defRPr>
            </a:lvl2pPr>
            <a:lvl3pPr>
              <a:buNone/>
              <a:defRPr sz="1425" b="0">
                <a:solidFill>
                  <a:srgbClr val="5B6758"/>
                </a:solidFill>
                <a:latin typeface="Arial"/>
                <a:ea typeface="Arial"/>
                <a:cs typeface="Arial"/>
              </a:defRPr>
            </a:lvl3pPr>
            <a:lvl4pPr>
              <a:buNone/>
              <a:defRPr sz="1425" b="0">
                <a:solidFill>
                  <a:srgbClr val="5B6758"/>
                </a:solidFill>
                <a:latin typeface="Arial"/>
                <a:ea typeface="Arial"/>
                <a:cs typeface="Arial"/>
              </a:defRPr>
            </a:lvl4pPr>
            <a:lvl5pPr>
              <a:buNone/>
              <a:defRPr sz="1425" b="0">
                <a:solidFill>
                  <a:srgbClr val="5B6758"/>
                </a:solidFill>
                <a:latin typeface="Arial"/>
                <a:ea typeface="Arial"/>
                <a:cs typeface="Arial"/>
              </a:defRPr>
            </a:lvl5pPr>
            <a:lvl6pPr>
              <a:buNone/>
              <a:defRPr sz="1425" b="0">
                <a:solidFill>
                  <a:srgbClr val="5B6758"/>
                </a:solidFill>
                <a:latin typeface="Arial"/>
                <a:ea typeface="Arial"/>
                <a:cs typeface="Arial"/>
              </a:defRPr>
            </a:lvl6pPr>
            <a:lvl7pPr>
              <a:buNone/>
              <a:defRPr sz="1425" b="0">
                <a:solidFill>
                  <a:srgbClr val="5B6758"/>
                </a:solidFill>
                <a:latin typeface="Arial"/>
                <a:ea typeface="Arial"/>
                <a:cs typeface="Arial"/>
              </a:defRPr>
            </a:lvl7pPr>
            <a:lvl8pPr>
              <a:buNone/>
              <a:defRPr sz="1425" b="0">
                <a:solidFill>
                  <a:srgbClr val="5B6758"/>
                </a:solidFill>
                <a:latin typeface="Arial"/>
                <a:ea typeface="Arial"/>
                <a:cs typeface="Arial"/>
              </a:defRPr>
            </a:lvl8pPr>
            <a:lvl9pPr>
              <a:buNone/>
              <a:defRPr sz="1425" b="0">
                <a:solidFill>
                  <a:srgbClr val="5B6758"/>
                </a:solidFill>
                <a:latin typeface="Arial"/>
                <a:ea typeface="Arial"/>
                <a:cs typeface="Arial"/>
              </a:defRPr>
            </a:lvl9pPr>
          </a:lstStyle>
          <a:p xmlns:a="http://schemas.openxmlformats.org/drawingml/2006/main">
            <a:pPr>
              <a:buNone/>
              <a:defRPr sz="1425" b="0">
                <a:solidFill>
                  <a:srgbClr val="5B6758"/>
                </a:solidFill>
                <a:latin typeface="Arial"/>
                <a:ea typeface="Arial"/>
                <a:cs typeface="Arial"/>
              </a:defRPr>
            </a:pPr>
            <a:r>
              <a:rPr sz="1425" b="0">
                <a:solidFill>
                  <a:srgbClr val="5B6758"/>
                </a:solidFill>
                <a:latin typeface="Arial"/>
                <a:ea typeface="Arial"/>
                <a:cs typeface="Arial"/>
              </a:rPr>
              <a:t>Last month through today</a:t>
            </a:r>
          </a:p>
        </p:txBody>
      </p:sp>
      <p:sp>
        <p:nvSpPr>
          <p:cNvPr id="9" name="">
            <a:extLst xmlns:a="http://schemas.openxmlformats.org/drawingml/2006/main">
              <a:ext uri="{FF2B5EF4-FFF2-40B4-BE49-F238E27FC236}">
                <a16:creationId xmlns:a16="http://schemas.microsoft.com/office/drawing/2014/main" id="{2D252E25-7E1A-4920-AE6E-52946B93A66D}"/>
              </a:ext>
            </a:extLst>
          </p:cNvPr>
          <p:cNvSpPr>
            <a:spLocks xmlns:a="http://schemas.openxmlformats.org/drawingml/2006/main" noGrp="1"/>
          </p:cNvSpPr>
          <p:nvPr/>
        </p:nvSpPr>
        <p:spPr>
          <a:xfrm xmlns:a="http://schemas.openxmlformats.org/drawingml/2006/main">
            <a:off x="8143875" y="2600325"/>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84E3C"/>
                </a:solidFill>
                <a:latin typeface="Arial"/>
                <a:ea typeface="Arial"/>
                <a:cs typeface="Arial"/>
              </a:defRPr>
            </a:defPPr>
            <a:lvl1pPr>
              <a:buNone/>
              <a:defRPr sz="1800" b="1">
                <a:solidFill>
                  <a:srgbClr val="284E3C"/>
                </a:solidFill>
                <a:latin typeface="Arial"/>
                <a:ea typeface="Arial"/>
                <a:cs typeface="Arial"/>
              </a:defRPr>
            </a:lvl1pPr>
            <a:lvl2pPr>
              <a:buNone/>
              <a:defRPr sz="1800" b="1">
                <a:solidFill>
                  <a:srgbClr val="284E3C"/>
                </a:solidFill>
                <a:latin typeface="Arial"/>
                <a:ea typeface="Arial"/>
                <a:cs typeface="Arial"/>
              </a:defRPr>
            </a:lvl2pPr>
            <a:lvl3pPr>
              <a:buNone/>
              <a:defRPr sz="1800" b="1">
                <a:solidFill>
                  <a:srgbClr val="284E3C"/>
                </a:solidFill>
                <a:latin typeface="Arial"/>
                <a:ea typeface="Arial"/>
                <a:cs typeface="Arial"/>
              </a:defRPr>
            </a:lvl3pPr>
            <a:lvl4pPr>
              <a:buNone/>
              <a:defRPr sz="1800" b="1">
                <a:solidFill>
                  <a:srgbClr val="284E3C"/>
                </a:solidFill>
                <a:latin typeface="Arial"/>
                <a:ea typeface="Arial"/>
                <a:cs typeface="Arial"/>
              </a:defRPr>
            </a:lvl4pPr>
            <a:lvl5pPr>
              <a:buNone/>
              <a:defRPr sz="1800" b="1">
                <a:solidFill>
                  <a:srgbClr val="284E3C"/>
                </a:solidFill>
                <a:latin typeface="Arial"/>
                <a:ea typeface="Arial"/>
                <a:cs typeface="Arial"/>
              </a:defRPr>
            </a:lvl5pPr>
            <a:lvl6pPr>
              <a:buNone/>
              <a:defRPr sz="1800" b="1">
                <a:solidFill>
                  <a:srgbClr val="284E3C"/>
                </a:solidFill>
                <a:latin typeface="Arial"/>
                <a:ea typeface="Arial"/>
                <a:cs typeface="Arial"/>
              </a:defRPr>
            </a:lvl6pPr>
            <a:lvl7pPr>
              <a:buNone/>
              <a:defRPr sz="1800" b="1">
                <a:solidFill>
                  <a:srgbClr val="284E3C"/>
                </a:solidFill>
                <a:latin typeface="Arial"/>
                <a:ea typeface="Arial"/>
                <a:cs typeface="Arial"/>
              </a:defRPr>
            </a:lvl7pPr>
            <a:lvl8pPr>
              <a:buNone/>
              <a:defRPr sz="1800" b="1">
                <a:solidFill>
                  <a:srgbClr val="284E3C"/>
                </a:solidFill>
                <a:latin typeface="Arial"/>
                <a:ea typeface="Arial"/>
                <a:cs typeface="Arial"/>
              </a:defRPr>
            </a:lvl8pPr>
            <a:lvl9pPr>
              <a:buNone/>
              <a:defRPr sz="1800" b="1">
                <a:solidFill>
                  <a:srgbClr val="284E3C"/>
                </a:solidFill>
                <a:latin typeface="Arial"/>
                <a:ea typeface="Arial"/>
                <a:cs typeface="Arial"/>
              </a:defRPr>
            </a:lvl9pPr>
          </a:lstStyle>
          <a:p xmlns:a="http://schemas.openxmlformats.org/drawingml/2006/main">
            <a:pPr>
              <a:buNone/>
              <a:defRPr sz="1800" b="1">
                <a:solidFill>
                  <a:srgbClr val="284E3C"/>
                </a:solidFill>
                <a:latin typeface="Arial"/>
                <a:ea typeface="Arial"/>
                <a:cs typeface="Arial"/>
              </a:defRPr>
            </a:pPr>
            <a:r>
              <a:rPr sz="1800" b="1">
                <a:solidFill>
                  <a:srgbClr val="284E3C"/>
                </a:solidFill>
                <a:latin typeface="Arial"/>
                <a:ea typeface="Arial"/>
                <a:cs typeface="Arial"/>
              </a:rPr>
              <a:t>Start date only</a:t>
            </a:r>
          </a:p>
        </p:txBody>
      </p:sp>
      <p:sp>
        <p:nvSpPr>
          <p:cNvPr id="10" name="">
            <a:extLst xmlns:a="http://schemas.openxmlformats.org/drawingml/2006/main">
              <a:ext uri="{FF2B5EF4-FFF2-40B4-BE49-F238E27FC236}">
                <a16:creationId xmlns:a16="http://schemas.microsoft.com/office/drawing/2014/main" id="{3166C7B0-9A86-46E5-9C95-0FB430DE8141}"/>
              </a:ext>
            </a:extLst>
          </p:cNvPr>
          <p:cNvSpPr>
            <a:spLocks xmlns:a="http://schemas.openxmlformats.org/drawingml/2006/main" noGrp="1"/>
          </p:cNvSpPr>
          <p:nvPr/>
        </p:nvSpPr>
        <p:spPr>
          <a:xfrm xmlns:a="http://schemas.openxmlformats.org/drawingml/2006/main">
            <a:off x="8143875" y="3009900"/>
            <a:ext cx="352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B6758"/>
                </a:solidFill>
                <a:latin typeface="Arial"/>
                <a:ea typeface="Arial"/>
                <a:cs typeface="Arial"/>
              </a:defRPr>
            </a:defPPr>
            <a:lvl1pPr>
              <a:buNone/>
              <a:defRPr sz="1425" b="0">
                <a:solidFill>
                  <a:srgbClr val="5B6758"/>
                </a:solidFill>
                <a:latin typeface="Arial"/>
                <a:ea typeface="Arial"/>
                <a:cs typeface="Arial"/>
              </a:defRPr>
            </a:lvl1pPr>
            <a:lvl2pPr>
              <a:buNone/>
              <a:defRPr sz="1425" b="0">
                <a:solidFill>
                  <a:srgbClr val="5B6758"/>
                </a:solidFill>
                <a:latin typeface="Arial"/>
                <a:ea typeface="Arial"/>
                <a:cs typeface="Arial"/>
              </a:defRPr>
            </a:lvl2pPr>
            <a:lvl3pPr>
              <a:buNone/>
              <a:defRPr sz="1425" b="0">
                <a:solidFill>
                  <a:srgbClr val="5B6758"/>
                </a:solidFill>
                <a:latin typeface="Arial"/>
                <a:ea typeface="Arial"/>
                <a:cs typeface="Arial"/>
              </a:defRPr>
            </a:lvl3pPr>
            <a:lvl4pPr>
              <a:buNone/>
              <a:defRPr sz="1425" b="0">
                <a:solidFill>
                  <a:srgbClr val="5B6758"/>
                </a:solidFill>
                <a:latin typeface="Arial"/>
                <a:ea typeface="Arial"/>
                <a:cs typeface="Arial"/>
              </a:defRPr>
            </a:lvl4pPr>
            <a:lvl5pPr>
              <a:buNone/>
              <a:defRPr sz="1425" b="0">
                <a:solidFill>
                  <a:srgbClr val="5B6758"/>
                </a:solidFill>
                <a:latin typeface="Arial"/>
                <a:ea typeface="Arial"/>
                <a:cs typeface="Arial"/>
              </a:defRPr>
            </a:lvl5pPr>
            <a:lvl6pPr>
              <a:buNone/>
              <a:defRPr sz="1425" b="0">
                <a:solidFill>
                  <a:srgbClr val="5B6758"/>
                </a:solidFill>
                <a:latin typeface="Arial"/>
                <a:ea typeface="Arial"/>
                <a:cs typeface="Arial"/>
              </a:defRPr>
            </a:lvl6pPr>
            <a:lvl7pPr>
              <a:buNone/>
              <a:defRPr sz="1425" b="0">
                <a:solidFill>
                  <a:srgbClr val="5B6758"/>
                </a:solidFill>
                <a:latin typeface="Arial"/>
                <a:ea typeface="Arial"/>
                <a:cs typeface="Arial"/>
              </a:defRPr>
            </a:lvl7pPr>
            <a:lvl8pPr>
              <a:buNone/>
              <a:defRPr sz="1425" b="0">
                <a:solidFill>
                  <a:srgbClr val="5B6758"/>
                </a:solidFill>
                <a:latin typeface="Arial"/>
                <a:ea typeface="Arial"/>
                <a:cs typeface="Arial"/>
              </a:defRPr>
            </a:lvl8pPr>
            <a:lvl9pPr>
              <a:buNone/>
              <a:defRPr sz="1425" b="0">
                <a:solidFill>
                  <a:srgbClr val="5B6758"/>
                </a:solidFill>
                <a:latin typeface="Arial"/>
                <a:ea typeface="Arial"/>
                <a:cs typeface="Arial"/>
              </a:defRPr>
            </a:lvl9pPr>
          </a:lstStyle>
          <a:p xmlns:a="http://schemas.openxmlformats.org/drawingml/2006/main">
            <a:pPr>
              <a:buNone/>
              <a:defRPr sz="1425" b="0">
                <a:solidFill>
                  <a:srgbClr val="5B6758"/>
                </a:solidFill>
                <a:latin typeface="Arial"/>
                <a:ea typeface="Arial"/>
                <a:cs typeface="Arial"/>
              </a:defRPr>
            </a:pPr>
            <a:r>
              <a:rPr sz="1425" b="0">
                <a:solidFill>
                  <a:srgbClr val="5B6758"/>
                </a:solidFill>
                <a:latin typeface="Arial"/>
                <a:ea typeface="Arial"/>
                <a:cs typeface="Arial"/>
              </a:rPr>
              <a:t>Selected start through today</a:t>
            </a:r>
          </a:p>
        </p:txBody>
      </p:sp>
      <p:sp>
        <p:nvSpPr>
          <p:cNvPr id="11" name="">
            <a:extLst xmlns:a="http://schemas.openxmlformats.org/drawingml/2006/main">
              <a:ext uri="{FF2B5EF4-FFF2-40B4-BE49-F238E27FC236}">
                <a16:creationId xmlns:a16="http://schemas.microsoft.com/office/drawing/2014/main" id="{F964E2FD-3125-4DE1-87C2-7ED418F3E556}"/>
              </a:ext>
            </a:extLst>
          </p:cNvPr>
          <p:cNvSpPr>
            <a:spLocks xmlns:a="http://schemas.openxmlformats.org/drawingml/2006/main" noGrp="1"/>
          </p:cNvSpPr>
          <p:nvPr/>
        </p:nvSpPr>
        <p:spPr>
          <a:xfrm xmlns:a="http://schemas.openxmlformats.org/drawingml/2006/main">
            <a:off x="8143875" y="3695700"/>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84E3C"/>
                </a:solidFill>
                <a:latin typeface="Arial"/>
                <a:ea typeface="Arial"/>
                <a:cs typeface="Arial"/>
              </a:defRPr>
            </a:defPPr>
            <a:lvl1pPr>
              <a:buNone/>
              <a:defRPr sz="1800" b="1">
                <a:solidFill>
                  <a:srgbClr val="284E3C"/>
                </a:solidFill>
                <a:latin typeface="Arial"/>
                <a:ea typeface="Arial"/>
                <a:cs typeface="Arial"/>
              </a:defRPr>
            </a:lvl1pPr>
            <a:lvl2pPr>
              <a:buNone/>
              <a:defRPr sz="1800" b="1">
                <a:solidFill>
                  <a:srgbClr val="284E3C"/>
                </a:solidFill>
                <a:latin typeface="Arial"/>
                <a:ea typeface="Arial"/>
                <a:cs typeface="Arial"/>
              </a:defRPr>
            </a:lvl2pPr>
            <a:lvl3pPr>
              <a:buNone/>
              <a:defRPr sz="1800" b="1">
                <a:solidFill>
                  <a:srgbClr val="284E3C"/>
                </a:solidFill>
                <a:latin typeface="Arial"/>
                <a:ea typeface="Arial"/>
                <a:cs typeface="Arial"/>
              </a:defRPr>
            </a:lvl3pPr>
            <a:lvl4pPr>
              <a:buNone/>
              <a:defRPr sz="1800" b="1">
                <a:solidFill>
                  <a:srgbClr val="284E3C"/>
                </a:solidFill>
                <a:latin typeface="Arial"/>
                <a:ea typeface="Arial"/>
                <a:cs typeface="Arial"/>
              </a:defRPr>
            </a:lvl4pPr>
            <a:lvl5pPr>
              <a:buNone/>
              <a:defRPr sz="1800" b="1">
                <a:solidFill>
                  <a:srgbClr val="284E3C"/>
                </a:solidFill>
                <a:latin typeface="Arial"/>
                <a:ea typeface="Arial"/>
                <a:cs typeface="Arial"/>
              </a:defRPr>
            </a:lvl5pPr>
            <a:lvl6pPr>
              <a:buNone/>
              <a:defRPr sz="1800" b="1">
                <a:solidFill>
                  <a:srgbClr val="284E3C"/>
                </a:solidFill>
                <a:latin typeface="Arial"/>
                <a:ea typeface="Arial"/>
                <a:cs typeface="Arial"/>
              </a:defRPr>
            </a:lvl6pPr>
            <a:lvl7pPr>
              <a:buNone/>
              <a:defRPr sz="1800" b="1">
                <a:solidFill>
                  <a:srgbClr val="284E3C"/>
                </a:solidFill>
                <a:latin typeface="Arial"/>
                <a:ea typeface="Arial"/>
                <a:cs typeface="Arial"/>
              </a:defRPr>
            </a:lvl7pPr>
            <a:lvl8pPr>
              <a:buNone/>
              <a:defRPr sz="1800" b="1">
                <a:solidFill>
                  <a:srgbClr val="284E3C"/>
                </a:solidFill>
                <a:latin typeface="Arial"/>
                <a:ea typeface="Arial"/>
                <a:cs typeface="Arial"/>
              </a:defRPr>
            </a:lvl8pPr>
            <a:lvl9pPr>
              <a:buNone/>
              <a:defRPr sz="1800" b="1">
                <a:solidFill>
                  <a:srgbClr val="284E3C"/>
                </a:solidFill>
                <a:latin typeface="Arial"/>
                <a:ea typeface="Arial"/>
                <a:cs typeface="Arial"/>
              </a:defRPr>
            </a:lvl9pPr>
          </a:lstStyle>
          <a:p xmlns:a="http://schemas.openxmlformats.org/drawingml/2006/main">
            <a:pPr>
              <a:buNone/>
              <a:defRPr sz="1800" b="1">
                <a:solidFill>
                  <a:srgbClr val="284E3C"/>
                </a:solidFill>
                <a:latin typeface="Arial"/>
                <a:ea typeface="Arial"/>
                <a:cs typeface="Arial"/>
              </a:defRPr>
            </a:pPr>
            <a:r>
              <a:rPr sz="1800" b="1">
                <a:solidFill>
                  <a:srgbClr val="284E3C"/>
                </a:solidFill>
                <a:latin typeface="Arial"/>
                <a:ea typeface="Arial"/>
                <a:cs typeface="Arial"/>
              </a:rPr>
              <a:t>End date only</a:t>
            </a:r>
          </a:p>
        </p:txBody>
      </p:sp>
      <p:sp>
        <p:nvSpPr>
          <p:cNvPr id="12" name="">
            <a:extLst xmlns:a="http://schemas.openxmlformats.org/drawingml/2006/main">
              <a:ext uri="{FF2B5EF4-FFF2-40B4-BE49-F238E27FC236}">
                <a16:creationId xmlns:a16="http://schemas.microsoft.com/office/drawing/2014/main" id="{A3534CD9-E8C9-4F30-9AAA-22C7A5E6979A}"/>
              </a:ext>
            </a:extLst>
          </p:cNvPr>
          <p:cNvSpPr>
            <a:spLocks xmlns:a="http://schemas.openxmlformats.org/drawingml/2006/main" noGrp="1"/>
          </p:cNvSpPr>
          <p:nvPr/>
        </p:nvSpPr>
        <p:spPr>
          <a:xfrm xmlns:a="http://schemas.openxmlformats.org/drawingml/2006/main">
            <a:off x="8143875" y="4105275"/>
            <a:ext cx="352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B6758"/>
                </a:solidFill>
                <a:latin typeface="Arial"/>
                <a:ea typeface="Arial"/>
                <a:cs typeface="Arial"/>
              </a:defRPr>
            </a:defPPr>
            <a:lvl1pPr>
              <a:buNone/>
              <a:defRPr sz="1425" b="0">
                <a:solidFill>
                  <a:srgbClr val="5B6758"/>
                </a:solidFill>
                <a:latin typeface="Arial"/>
                <a:ea typeface="Arial"/>
                <a:cs typeface="Arial"/>
              </a:defRPr>
            </a:lvl1pPr>
            <a:lvl2pPr>
              <a:buNone/>
              <a:defRPr sz="1425" b="0">
                <a:solidFill>
                  <a:srgbClr val="5B6758"/>
                </a:solidFill>
                <a:latin typeface="Arial"/>
                <a:ea typeface="Arial"/>
                <a:cs typeface="Arial"/>
              </a:defRPr>
            </a:lvl2pPr>
            <a:lvl3pPr>
              <a:buNone/>
              <a:defRPr sz="1425" b="0">
                <a:solidFill>
                  <a:srgbClr val="5B6758"/>
                </a:solidFill>
                <a:latin typeface="Arial"/>
                <a:ea typeface="Arial"/>
                <a:cs typeface="Arial"/>
              </a:defRPr>
            </a:lvl3pPr>
            <a:lvl4pPr>
              <a:buNone/>
              <a:defRPr sz="1425" b="0">
                <a:solidFill>
                  <a:srgbClr val="5B6758"/>
                </a:solidFill>
                <a:latin typeface="Arial"/>
                <a:ea typeface="Arial"/>
                <a:cs typeface="Arial"/>
              </a:defRPr>
            </a:lvl4pPr>
            <a:lvl5pPr>
              <a:buNone/>
              <a:defRPr sz="1425" b="0">
                <a:solidFill>
                  <a:srgbClr val="5B6758"/>
                </a:solidFill>
                <a:latin typeface="Arial"/>
                <a:ea typeface="Arial"/>
                <a:cs typeface="Arial"/>
              </a:defRPr>
            </a:lvl5pPr>
            <a:lvl6pPr>
              <a:buNone/>
              <a:defRPr sz="1425" b="0">
                <a:solidFill>
                  <a:srgbClr val="5B6758"/>
                </a:solidFill>
                <a:latin typeface="Arial"/>
                <a:ea typeface="Arial"/>
                <a:cs typeface="Arial"/>
              </a:defRPr>
            </a:lvl6pPr>
            <a:lvl7pPr>
              <a:buNone/>
              <a:defRPr sz="1425" b="0">
                <a:solidFill>
                  <a:srgbClr val="5B6758"/>
                </a:solidFill>
                <a:latin typeface="Arial"/>
                <a:ea typeface="Arial"/>
                <a:cs typeface="Arial"/>
              </a:defRPr>
            </a:lvl7pPr>
            <a:lvl8pPr>
              <a:buNone/>
              <a:defRPr sz="1425" b="0">
                <a:solidFill>
                  <a:srgbClr val="5B6758"/>
                </a:solidFill>
                <a:latin typeface="Arial"/>
                <a:ea typeface="Arial"/>
                <a:cs typeface="Arial"/>
              </a:defRPr>
            </a:lvl8pPr>
            <a:lvl9pPr>
              <a:buNone/>
              <a:defRPr sz="1425" b="0">
                <a:solidFill>
                  <a:srgbClr val="5B6758"/>
                </a:solidFill>
                <a:latin typeface="Arial"/>
                <a:ea typeface="Arial"/>
                <a:cs typeface="Arial"/>
              </a:defRPr>
            </a:lvl9pPr>
          </a:lstStyle>
          <a:p xmlns:a="http://schemas.openxmlformats.org/drawingml/2006/main">
            <a:pPr>
              <a:buNone/>
              <a:defRPr sz="1425" b="0">
                <a:solidFill>
                  <a:srgbClr val="5B6758"/>
                </a:solidFill>
                <a:latin typeface="Arial"/>
                <a:ea typeface="Arial"/>
                <a:cs typeface="Arial"/>
              </a:defRPr>
            </a:pPr>
            <a:r>
              <a:rPr sz="1425" b="0">
                <a:solidFill>
                  <a:srgbClr val="5B6758"/>
                </a:solidFill>
                <a:latin typeface="Arial"/>
                <a:ea typeface="Arial"/>
                <a:cs typeface="Arial"/>
              </a:rPr>
              <a:t>Earliest sales through selected end</a:t>
            </a:r>
          </a:p>
        </p:txBody>
      </p:sp>
      <p:sp>
        <p:nvSpPr>
          <p:cNvPr id="13" name="">
            <a:extLst xmlns:a="http://schemas.openxmlformats.org/drawingml/2006/main">
              <a:ext uri="{FF2B5EF4-FFF2-40B4-BE49-F238E27FC236}">
                <a16:creationId xmlns:a16="http://schemas.microsoft.com/office/drawing/2014/main" id="{50FC1CA8-4690-4046-AAFF-B7C608205090}"/>
              </a:ext>
            </a:extLst>
          </p:cNvPr>
          <p:cNvSpPr>
            <a:spLocks xmlns:a="http://schemas.openxmlformats.org/drawingml/2006/main" noGrp="1"/>
          </p:cNvSpPr>
          <p:nvPr/>
        </p:nvSpPr>
        <p:spPr>
          <a:xfrm xmlns:a="http://schemas.openxmlformats.org/drawingml/2006/main">
            <a:off x="8143875" y="4895850"/>
            <a:ext cx="3476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1">
                <a:solidFill>
                  <a:srgbClr val="284E3C"/>
                </a:solidFill>
                <a:latin typeface="Arial"/>
                <a:ea typeface="Arial"/>
                <a:cs typeface="Arial"/>
              </a:defRPr>
            </a:defPPr>
            <a:lvl1pPr>
              <a:buNone/>
              <a:defRPr sz="1575" b="1">
                <a:solidFill>
                  <a:srgbClr val="284E3C"/>
                </a:solidFill>
                <a:latin typeface="Arial"/>
                <a:ea typeface="Arial"/>
                <a:cs typeface="Arial"/>
              </a:defRPr>
            </a:lvl1pPr>
            <a:lvl2pPr>
              <a:buNone/>
              <a:defRPr sz="1575" b="1">
                <a:solidFill>
                  <a:srgbClr val="284E3C"/>
                </a:solidFill>
                <a:latin typeface="Arial"/>
                <a:ea typeface="Arial"/>
                <a:cs typeface="Arial"/>
              </a:defRPr>
            </a:lvl2pPr>
            <a:lvl3pPr>
              <a:buNone/>
              <a:defRPr sz="1575" b="1">
                <a:solidFill>
                  <a:srgbClr val="284E3C"/>
                </a:solidFill>
                <a:latin typeface="Arial"/>
                <a:ea typeface="Arial"/>
                <a:cs typeface="Arial"/>
              </a:defRPr>
            </a:lvl3pPr>
            <a:lvl4pPr>
              <a:buNone/>
              <a:defRPr sz="1575" b="1">
                <a:solidFill>
                  <a:srgbClr val="284E3C"/>
                </a:solidFill>
                <a:latin typeface="Arial"/>
                <a:ea typeface="Arial"/>
                <a:cs typeface="Arial"/>
              </a:defRPr>
            </a:lvl4pPr>
            <a:lvl5pPr>
              <a:buNone/>
              <a:defRPr sz="1575" b="1">
                <a:solidFill>
                  <a:srgbClr val="284E3C"/>
                </a:solidFill>
                <a:latin typeface="Arial"/>
                <a:ea typeface="Arial"/>
                <a:cs typeface="Arial"/>
              </a:defRPr>
            </a:lvl5pPr>
            <a:lvl6pPr>
              <a:buNone/>
              <a:defRPr sz="1575" b="1">
                <a:solidFill>
                  <a:srgbClr val="284E3C"/>
                </a:solidFill>
                <a:latin typeface="Arial"/>
                <a:ea typeface="Arial"/>
                <a:cs typeface="Arial"/>
              </a:defRPr>
            </a:lvl6pPr>
            <a:lvl7pPr>
              <a:buNone/>
              <a:defRPr sz="1575" b="1">
                <a:solidFill>
                  <a:srgbClr val="284E3C"/>
                </a:solidFill>
                <a:latin typeface="Arial"/>
                <a:ea typeface="Arial"/>
                <a:cs typeface="Arial"/>
              </a:defRPr>
            </a:lvl7pPr>
            <a:lvl8pPr>
              <a:buNone/>
              <a:defRPr sz="1575" b="1">
                <a:solidFill>
                  <a:srgbClr val="284E3C"/>
                </a:solidFill>
                <a:latin typeface="Arial"/>
                <a:ea typeface="Arial"/>
                <a:cs typeface="Arial"/>
              </a:defRPr>
            </a:lvl8pPr>
            <a:lvl9pPr>
              <a:buNone/>
              <a:defRPr sz="1575" b="1">
                <a:solidFill>
                  <a:srgbClr val="284E3C"/>
                </a:solidFill>
                <a:latin typeface="Arial"/>
                <a:ea typeface="Arial"/>
                <a:cs typeface="Arial"/>
              </a:defRPr>
            </a:lvl9pPr>
          </a:lstStyle>
          <a:p xmlns:a="http://schemas.openxmlformats.org/drawingml/2006/main">
            <a:pPr>
              <a:buNone/>
              <a:defRPr sz="1575" b="1">
                <a:solidFill>
                  <a:srgbClr val="284E3C"/>
                </a:solidFill>
                <a:latin typeface="Arial"/>
                <a:ea typeface="Arial"/>
                <a:cs typeface="Arial"/>
              </a:defRPr>
            </a:pPr>
            <a:r>
              <a:rPr sz="1575" b="1">
                <a:solidFill>
                  <a:srgbClr val="284E3C"/>
                </a:solidFill>
                <a:latin typeface="Arial"/>
                <a:ea typeface="Arial"/>
                <a:cs typeface="Arial"/>
              </a:rPr>
              <a:t>Custom period, PDF export and report history</a:t>
            </a:r>
          </a:p>
        </p:txBody>
      </p:sp>
      <p:sp>
        <p:nvSpPr>
          <p:cNvPr id="14" name="">
            <a:extLst xmlns:a="http://schemas.openxmlformats.org/drawingml/2006/main">
              <a:ext uri="{FF2B5EF4-FFF2-40B4-BE49-F238E27FC236}">
                <a16:creationId xmlns:a16="http://schemas.microsoft.com/office/drawing/2014/main" id="{0B090F50-1185-4378-9D74-AD5039268E0B}"/>
              </a:ext>
            </a:extLst>
          </p:cNvPr>
          <p:cNvSpPr>
            <a:spLocks xmlns:a="http://schemas.openxmlformats.org/drawingml/2006/main" noGrp="1"/>
          </p:cNvSpPr>
          <p:nvPr/>
        </p:nvSpPr>
        <p:spPr>
          <a:xfrm xmlns:a="http://schemas.openxmlformats.org/drawingml/2006/main">
            <a:off x="8143875" y="5676900"/>
            <a:ext cx="3476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B6758"/>
                </a:solidFill>
                <a:latin typeface="Arial"/>
                <a:ea typeface="Arial"/>
                <a:cs typeface="Arial"/>
              </a:defRPr>
            </a:defPPr>
            <a:lvl1pPr>
              <a:buNone/>
              <a:defRPr sz="1350" b="0">
                <a:solidFill>
                  <a:srgbClr val="5B6758"/>
                </a:solidFill>
                <a:latin typeface="Arial"/>
                <a:ea typeface="Arial"/>
                <a:cs typeface="Arial"/>
              </a:defRPr>
            </a:lvl1pPr>
            <a:lvl2pPr>
              <a:buNone/>
              <a:defRPr sz="1350" b="0">
                <a:solidFill>
                  <a:srgbClr val="5B6758"/>
                </a:solidFill>
                <a:latin typeface="Arial"/>
                <a:ea typeface="Arial"/>
                <a:cs typeface="Arial"/>
              </a:defRPr>
            </a:lvl2pPr>
            <a:lvl3pPr>
              <a:buNone/>
              <a:defRPr sz="1350" b="0">
                <a:solidFill>
                  <a:srgbClr val="5B6758"/>
                </a:solidFill>
                <a:latin typeface="Arial"/>
                <a:ea typeface="Arial"/>
                <a:cs typeface="Arial"/>
              </a:defRPr>
            </a:lvl3pPr>
            <a:lvl4pPr>
              <a:buNone/>
              <a:defRPr sz="1350" b="0">
                <a:solidFill>
                  <a:srgbClr val="5B6758"/>
                </a:solidFill>
                <a:latin typeface="Arial"/>
                <a:ea typeface="Arial"/>
                <a:cs typeface="Arial"/>
              </a:defRPr>
            </a:lvl4pPr>
            <a:lvl5pPr>
              <a:buNone/>
              <a:defRPr sz="1350" b="0">
                <a:solidFill>
                  <a:srgbClr val="5B6758"/>
                </a:solidFill>
                <a:latin typeface="Arial"/>
                <a:ea typeface="Arial"/>
                <a:cs typeface="Arial"/>
              </a:defRPr>
            </a:lvl5pPr>
            <a:lvl6pPr>
              <a:buNone/>
              <a:defRPr sz="1350" b="0">
                <a:solidFill>
                  <a:srgbClr val="5B6758"/>
                </a:solidFill>
                <a:latin typeface="Arial"/>
                <a:ea typeface="Arial"/>
                <a:cs typeface="Arial"/>
              </a:defRPr>
            </a:lvl6pPr>
            <a:lvl7pPr>
              <a:buNone/>
              <a:defRPr sz="1350" b="0">
                <a:solidFill>
                  <a:srgbClr val="5B6758"/>
                </a:solidFill>
                <a:latin typeface="Arial"/>
                <a:ea typeface="Arial"/>
                <a:cs typeface="Arial"/>
              </a:defRPr>
            </a:lvl7pPr>
            <a:lvl8pPr>
              <a:buNone/>
              <a:defRPr sz="1350" b="0">
                <a:solidFill>
                  <a:srgbClr val="5B6758"/>
                </a:solidFill>
                <a:latin typeface="Arial"/>
                <a:ea typeface="Arial"/>
                <a:cs typeface="Arial"/>
              </a:defRPr>
            </a:lvl8pPr>
            <a:lvl9pPr>
              <a:buNone/>
              <a:defRPr sz="1350" b="0">
                <a:solidFill>
                  <a:srgbClr val="5B6758"/>
                </a:solidFill>
                <a:latin typeface="Arial"/>
                <a:ea typeface="Arial"/>
                <a:cs typeface="Arial"/>
              </a:defRPr>
            </a:lvl9pPr>
          </a:lstStyle>
          <a:p xmlns:a="http://schemas.openxmlformats.org/drawingml/2006/main">
            <a:pPr>
              <a:buNone/>
              <a:defRPr sz="1350" b="0">
                <a:solidFill>
                  <a:srgbClr val="5B6758"/>
                </a:solidFill>
                <a:latin typeface="Arial"/>
                <a:ea typeface="Arial"/>
                <a:cs typeface="Arial"/>
              </a:defRPr>
            </a:pPr>
            <a:r>
              <a:rPr sz="1350" b="0">
                <a:solidFill>
                  <a:srgbClr val="5B6758"/>
                </a:solidFill>
                <a:latin typeface="Arial"/>
                <a:ea typeface="Arial"/>
                <a:cs typeface="Arial"/>
              </a:rPr>
              <a:t>Failed generations are not saved</a:t>
            </a:r>
          </a:p>
        </p:txBody>
      </p:sp>
    </p:spTree>
    <p:extLst>
      <p:ext uri="{BB962C8B-B14F-4D97-AF65-F5344CB8AC3E}">
        <p14:creationId xmlns:p14="http://schemas.microsoft.com/office/powerpoint/2010/main" val="1059462441"/>
      </p:ext>
    </p:extLst>
  </p:cSld>
</p:sld>
</file>

<file path=ppt/slides/slide12.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FE7F361-2EBB-4A74-8547-C5BF0C6A3286}"/>
              </a:ext>
            </a:extLst>
          </p:cNvPr>
          <p:cNvSpPr>
            <a:spLocks xmlns:a="http://schemas.openxmlformats.org/drawingml/2006/main" noGrp="1"/>
          </p:cNvSpPr>
          <p:nvPr/>
        </p:nvSpPr>
        <p:spPr>
          <a:xfrm xmlns:a="http://schemas.openxmlformats.org/drawingml/2006/main">
            <a:off x="533400" y="400050"/>
            <a:ext cx="111252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284E3C"/>
                </a:solidFill>
                <a:latin typeface="Arial"/>
                <a:ea typeface="Arial"/>
                <a:cs typeface="Arial"/>
              </a:defRPr>
            </a:defPPr>
            <a:lvl1pPr>
              <a:defRPr sz="2850" b="1">
                <a:solidFill>
                  <a:srgbClr val="284E3C"/>
                </a:solidFill>
                <a:latin typeface="Arial"/>
                <a:ea typeface="Arial"/>
                <a:cs typeface="Arial"/>
              </a:defRPr>
            </a:lvl1pPr>
            <a:lvl2pPr>
              <a:defRPr sz="2850" b="1">
                <a:solidFill>
                  <a:srgbClr val="284E3C"/>
                </a:solidFill>
                <a:latin typeface="Arial"/>
                <a:ea typeface="Arial"/>
                <a:cs typeface="Arial"/>
              </a:defRPr>
            </a:lvl2pPr>
            <a:lvl3pPr>
              <a:defRPr sz="2850" b="1">
                <a:solidFill>
                  <a:srgbClr val="284E3C"/>
                </a:solidFill>
                <a:latin typeface="Arial"/>
                <a:ea typeface="Arial"/>
                <a:cs typeface="Arial"/>
              </a:defRPr>
            </a:lvl3pPr>
            <a:lvl4pPr>
              <a:defRPr sz="2850" b="1">
                <a:solidFill>
                  <a:srgbClr val="284E3C"/>
                </a:solidFill>
                <a:latin typeface="Arial"/>
                <a:ea typeface="Arial"/>
                <a:cs typeface="Arial"/>
              </a:defRPr>
            </a:lvl4pPr>
            <a:lvl5pPr>
              <a:defRPr sz="2850" b="1">
                <a:solidFill>
                  <a:srgbClr val="284E3C"/>
                </a:solidFill>
                <a:latin typeface="Arial"/>
                <a:ea typeface="Arial"/>
                <a:cs typeface="Arial"/>
              </a:defRPr>
            </a:lvl5pPr>
            <a:lvl6pPr>
              <a:defRPr sz="2850" b="1">
                <a:solidFill>
                  <a:srgbClr val="284E3C"/>
                </a:solidFill>
                <a:latin typeface="Arial"/>
                <a:ea typeface="Arial"/>
                <a:cs typeface="Arial"/>
              </a:defRPr>
            </a:lvl6pPr>
            <a:lvl7pPr>
              <a:defRPr sz="2850" b="1">
                <a:solidFill>
                  <a:srgbClr val="284E3C"/>
                </a:solidFill>
                <a:latin typeface="Arial"/>
                <a:ea typeface="Arial"/>
                <a:cs typeface="Arial"/>
              </a:defRPr>
            </a:lvl7pPr>
            <a:lvl8pPr>
              <a:defRPr sz="2850" b="1">
                <a:solidFill>
                  <a:srgbClr val="284E3C"/>
                </a:solidFill>
                <a:latin typeface="Arial"/>
                <a:ea typeface="Arial"/>
                <a:cs typeface="Arial"/>
              </a:defRPr>
            </a:lvl8pPr>
            <a:lvl9pPr>
              <a:defRPr sz="2850" b="1">
                <a:solidFill>
                  <a:srgbClr val="284E3C"/>
                </a:solidFill>
                <a:latin typeface="Arial"/>
                <a:ea typeface="Arial"/>
                <a:cs typeface="Arial"/>
              </a:defRPr>
            </a:lvl9pPr>
          </a:lstStyle>
          <a:p xmlns:a="http://schemas.openxmlformats.org/drawingml/2006/main">
            <a:pPr>
              <a:defRPr sz="2850" b="1">
                <a:solidFill>
                  <a:srgbClr val="284E3C"/>
                </a:solidFill>
                <a:latin typeface="Arial"/>
                <a:ea typeface="Arial"/>
                <a:cs typeface="Arial"/>
              </a:defRPr>
            </a:pPr>
            <a:r>
              <a:rPr sz="2850" b="1">
                <a:solidFill>
                  <a:srgbClr val="284E3C"/>
                </a:solidFill>
                <a:latin typeface="Arial"/>
                <a:ea typeface="Arial"/>
                <a:cs typeface="Arial"/>
              </a:rPr>
              <a:t>Access controls and usability</a:t>
            </a:r>
          </a:p>
        </p:txBody>
      </p:sp>
      <p:sp>
        <p:nvSpPr>
          <p:cNvPr id="2" name="">
            <a:extLst xmlns:a="http://schemas.openxmlformats.org/drawingml/2006/main">
              <a:ext uri="{FF2B5EF4-FFF2-40B4-BE49-F238E27FC236}">
                <a16:creationId xmlns:a16="http://schemas.microsoft.com/office/drawing/2014/main" id="{E36794F5-D99F-417D-B90D-C1B7478E65A5}"/>
              </a:ext>
            </a:extLst>
          </p:cNvPr>
          <p:cNvSpPr>
            <a:spLocks xmlns:a="http://schemas.openxmlformats.org/drawingml/2006/main" noGrp="1"/>
          </p:cNvSpPr>
          <p:nvPr/>
        </p:nvSpPr>
        <p:spPr>
          <a:xfrm xmlns:a="http://schemas.openxmlformats.org/drawingml/2006/main">
            <a:off x="533400" y="6286500"/>
            <a:ext cx="11125200" cy="9525"/>
          </a:xfrm>
          <a:prstGeom xmlns:a="http://schemas.openxmlformats.org/drawingml/2006/main" prst="rect">
            <a:avLst/>
          </a:prstGeom>
          <a:solidFill xmlns:a="http://schemas.openxmlformats.org/drawingml/2006/main">
            <a:srgbClr val="BBC8B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1AC7925-942D-4A25-83A2-FE6719A9F9D4}"/>
              </a:ext>
            </a:extLst>
          </p:cNvPr>
          <p:cNvSpPr>
            <a:spLocks xmlns:a="http://schemas.openxmlformats.org/drawingml/2006/main" noGrp="1"/>
          </p:cNvSpPr>
          <p:nvPr/>
        </p:nvSpPr>
        <p:spPr>
          <a:xfrm xmlns:a="http://schemas.openxmlformats.org/drawingml/2006/main">
            <a:off x="533400" y="6448425"/>
            <a:ext cx="323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1">
                <a:solidFill>
                  <a:srgbClr val="5B6758"/>
                </a:solidFill>
                <a:latin typeface="Arial"/>
                <a:ea typeface="Arial"/>
                <a:cs typeface="Arial"/>
              </a:defRPr>
            </a:defPPr>
            <a:lvl1pPr>
              <a:defRPr sz="900" b="1">
                <a:solidFill>
                  <a:srgbClr val="5B6758"/>
                </a:solidFill>
                <a:latin typeface="Arial"/>
                <a:ea typeface="Arial"/>
                <a:cs typeface="Arial"/>
              </a:defRPr>
            </a:lvl1pPr>
            <a:lvl2pPr>
              <a:defRPr sz="900" b="1">
                <a:solidFill>
                  <a:srgbClr val="5B6758"/>
                </a:solidFill>
                <a:latin typeface="Arial"/>
                <a:ea typeface="Arial"/>
                <a:cs typeface="Arial"/>
              </a:defRPr>
            </a:lvl2pPr>
            <a:lvl3pPr>
              <a:defRPr sz="900" b="1">
                <a:solidFill>
                  <a:srgbClr val="5B6758"/>
                </a:solidFill>
                <a:latin typeface="Arial"/>
                <a:ea typeface="Arial"/>
                <a:cs typeface="Arial"/>
              </a:defRPr>
            </a:lvl3pPr>
            <a:lvl4pPr>
              <a:defRPr sz="900" b="1">
                <a:solidFill>
                  <a:srgbClr val="5B6758"/>
                </a:solidFill>
                <a:latin typeface="Arial"/>
                <a:ea typeface="Arial"/>
                <a:cs typeface="Arial"/>
              </a:defRPr>
            </a:lvl4pPr>
            <a:lvl5pPr>
              <a:defRPr sz="900" b="1">
                <a:solidFill>
                  <a:srgbClr val="5B6758"/>
                </a:solidFill>
                <a:latin typeface="Arial"/>
                <a:ea typeface="Arial"/>
                <a:cs typeface="Arial"/>
              </a:defRPr>
            </a:lvl5pPr>
            <a:lvl6pPr>
              <a:defRPr sz="900" b="1">
                <a:solidFill>
                  <a:srgbClr val="5B6758"/>
                </a:solidFill>
                <a:latin typeface="Arial"/>
                <a:ea typeface="Arial"/>
                <a:cs typeface="Arial"/>
              </a:defRPr>
            </a:lvl6pPr>
            <a:lvl7pPr>
              <a:defRPr sz="900" b="1">
                <a:solidFill>
                  <a:srgbClr val="5B6758"/>
                </a:solidFill>
                <a:latin typeface="Arial"/>
                <a:ea typeface="Arial"/>
                <a:cs typeface="Arial"/>
              </a:defRPr>
            </a:lvl7pPr>
            <a:lvl8pPr>
              <a:defRPr sz="900" b="1">
                <a:solidFill>
                  <a:srgbClr val="5B6758"/>
                </a:solidFill>
                <a:latin typeface="Arial"/>
                <a:ea typeface="Arial"/>
                <a:cs typeface="Arial"/>
              </a:defRPr>
            </a:lvl8pPr>
            <a:lvl9pPr>
              <a:defRPr sz="900" b="1">
                <a:solidFill>
                  <a:srgbClr val="5B6758"/>
                </a:solidFill>
                <a:latin typeface="Arial"/>
                <a:ea typeface="Arial"/>
                <a:cs typeface="Arial"/>
              </a:defRPr>
            </a:lvl9pPr>
          </a:lstStyle>
          <a:p xmlns:a="http://schemas.openxmlformats.org/drawingml/2006/main">
            <a:pPr>
              <a:defRPr sz="900" b="1">
                <a:solidFill>
                  <a:srgbClr val="5B6758"/>
                </a:solidFill>
                <a:latin typeface="Arial"/>
                <a:ea typeface="Arial"/>
                <a:cs typeface="Arial"/>
              </a:defRPr>
            </a:pPr>
            <a:r>
              <a:rPr sz="900" b="1">
                <a:solidFill>
                  <a:srgbClr val="5B6758"/>
                </a:solidFill>
                <a:latin typeface="Arial"/>
                <a:ea typeface="Arial"/>
                <a:cs typeface="Arial"/>
              </a:rPr>
              <a:t>NABTA BOTANICAL</a:t>
            </a:r>
          </a:p>
        </p:txBody>
      </p:sp>
      <p:sp>
        <p:nvSpPr>
          <p:cNvPr id="4" name="">
            <a:extLst xmlns:a="http://schemas.openxmlformats.org/drawingml/2006/main">
              <a:ext uri="{FF2B5EF4-FFF2-40B4-BE49-F238E27FC236}">
                <a16:creationId xmlns:a16="http://schemas.microsoft.com/office/drawing/2014/main" id="{13BA6F7C-B5A5-482D-9939-9988ADE7F840}"/>
              </a:ext>
            </a:extLst>
          </p:cNvPr>
          <p:cNvSpPr>
            <a:spLocks xmlns:a="http://schemas.openxmlformats.org/drawingml/2006/main" noGrp="1"/>
          </p:cNvSpPr>
          <p:nvPr/>
        </p:nvSpPr>
        <p:spPr>
          <a:xfrm xmlns:a="http://schemas.openxmlformats.org/drawingml/2006/main">
            <a:off x="9239250" y="6448425"/>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0">
                <a:solidFill>
                  <a:srgbClr val="5B6758"/>
                </a:solidFill>
                <a:latin typeface="Arial"/>
                <a:ea typeface="Arial"/>
                <a:cs typeface="Arial"/>
              </a:defRPr>
            </a:defPPr>
            <a:lvl1pPr>
              <a:defRPr sz="900" b="0">
                <a:solidFill>
                  <a:srgbClr val="5B6758"/>
                </a:solidFill>
                <a:latin typeface="Arial"/>
                <a:ea typeface="Arial"/>
                <a:cs typeface="Arial"/>
              </a:defRPr>
            </a:lvl1pPr>
            <a:lvl2pPr>
              <a:defRPr sz="900" b="0">
                <a:solidFill>
                  <a:srgbClr val="5B6758"/>
                </a:solidFill>
                <a:latin typeface="Arial"/>
                <a:ea typeface="Arial"/>
                <a:cs typeface="Arial"/>
              </a:defRPr>
            </a:lvl2pPr>
            <a:lvl3pPr>
              <a:defRPr sz="900" b="0">
                <a:solidFill>
                  <a:srgbClr val="5B6758"/>
                </a:solidFill>
                <a:latin typeface="Arial"/>
                <a:ea typeface="Arial"/>
                <a:cs typeface="Arial"/>
              </a:defRPr>
            </a:lvl3pPr>
            <a:lvl4pPr>
              <a:defRPr sz="900" b="0">
                <a:solidFill>
                  <a:srgbClr val="5B6758"/>
                </a:solidFill>
                <a:latin typeface="Arial"/>
                <a:ea typeface="Arial"/>
                <a:cs typeface="Arial"/>
              </a:defRPr>
            </a:lvl4pPr>
            <a:lvl5pPr>
              <a:defRPr sz="900" b="0">
                <a:solidFill>
                  <a:srgbClr val="5B6758"/>
                </a:solidFill>
                <a:latin typeface="Arial"/>
                <a:ea typeface="Arial"/>
                <a:cs typeface="Arial"/>
              </a:defRPr>
            </a:lvl5pPr>
            <a:lvl6pPr>
              <a:defRPr sz="900" b="0">
                <a:solidFill>
                  <a:srgbClr val="5B6758"/>
                </a:solidFill>
                <a:latin typeface="Arial"/>
                <a:ea typeface="Arial"/>
                <a:cs typeface="Arial"/>
              </a:defRPr>
            </a:lvl6pPr>
            <a:lvl7pPr>
              <a:defRPr sz="900" b="0">
                <a:solidFill>
                  <a:srgbClr val="5B6758"/>
                </a:solidFill>
                <a:latin typeface="Arial"/>
                <a:ea typeface="Arial"/>
                <a:cs typeface="Arial"/>
              </a:defRPr>
            </a:lvl7pPr>
            <a:lvl8pPr>
              <a:defRPr sz="900" b="0">
                <a:solidFill>
                  <a:srgbClr val="5B6758"/>
                </a:solidFill>
                <a:latin typeface="Arial"/>
                <a:ea typeface="Arial"/>
                <a:cs typeface="Arial"/>
              </a:defRPr>
            </a:lvl8pPr>
            <a:lvl9pPr>
              <a:defRPr sz="900" b="0">
                <a:solidFill>
                  <a:srgbClr val="5B6758"/>
                </a:solidFill>
                <a:latin typeface="Arial"/>
                <a:ea typeface="Arial"/>
                <a:cs typeface="Arial"/>
              </a:defRPr>
            </a:lvl9pPr>
          </a:lstStyle>
          <a:p xmlns:a="http://schemas.openxmlformats.org/drawingml/2006/main">
            <a:pPr>
              <a:defRPr sz="900" b="0">
                <a:solidFill>
                  <a:srgbClr val="5B6758"/>
                </a:solidFill>
                <a:latin typeface="Arial"/>
                <a:ea typeface="Arial"/>
                <a:cs typeface="Arial"/>
              </a:defRPr>
            </a:pPr>
            <a:r>
              <a:rPr sz="900" b="0">
                <a:solidFill>
                  <a:srgbClr val="5B6758"/>
                </a:solidFill>
                <a:latin typeface="Arial"/>
                <a:ea typeface="Arial"/>
                <a:cs typeface="Arial"/>
              </a:rPr>
              <a:t>12 / 13     8:25–9:20</a:t>
            </a:r>
          </a:p>
        </p:txBody>
      </p:sp>
      <p:sp>
        <p:nvSpPr>
          <p:cNvPr id="5" name="">
            <a:extLst xmlns:a="http://schemas.openxmlformats.org/drawingml/2006/main">
              <a:ext uri="{FF2B5EF4-FFF2-40B4-BE49-F238E27FC236}">
                <a16:creationId xmlns:a16="http://schemas.microsoft.com/office/drawing/2014/main" id="{0045C178-88EC-49F9-85A3-F1B0B1CB75F1}"/>
              </a:ext>
            </a:extLst>
          </p:cNvPr>
          <p:cNvSpPr>
            <a:spLocks xmlns:a="http://schemas.openxmlformats.org/drawingml/2006/main" noGrp="1"/>
          </p:cNvSpPr>
          <p:nvPr/>
        </p:nvSpPr>
        <p:spPr>
          <a:xfrm xmlns:a="http://schemas.openxmlformats.org/drawingml/2006/main">
            <a:off x="533400" y="1571625"/>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284E3C"/>
                </a:solidFill>
                <a:latin typeface="Arial"/>
                <a:ea typeface="Arial"/>
                <a:cs typeface="Arial"/>
              </a:defRPr>
            </a:defPPr>
            <a:lvl1pPr>
              <a:defRPr sz="2100" b="1">
                <a:solidFill>
                  <a:srgbClr val="284E3C"/>
                </a:solidFill>
                <a:latin typeface="Arial"/>
                <a:ea typeface="Arial"/>
                <a:cs typeface="Arial"/>
              </a:defRPr>
            </a:lvl1pPr>
            <a:lvl2pPr>
              <a:defRPr sz="2100" b="1">
                <a:solidFill>
                  <a:srgbClr val="284E3C"/>
                </a:solidFill>
                <a:latin typeface="Arial"/>
                <a:ea typeface="Arial"/>
                <a:cs typeface="Arial"/>
              </a:defRPr>
            </a:lvl2pPr>
            <a:lvl3pPr>
              <a:defRPr sz="2100" b="1">
                <a:solidFill>
                  <a:srgbClr val="284E3C"/>
                </a:solidFill>
                <a:latin typeface="Arial"/>
                <a:ea typeface="Arial"/>
                <a:cs typeface="Arial"/>
              </a:defRPr>
            </a:lvl3pPr>
            <a:lvl4pPr>
              <a:defRPr sz="2100" b="1">
                <a:solidFill>
                  <a:srgbClr val="284E3C"/>
                </a:solidFill>
                <a:latin typeface="Arial"/>
                <a:ea typeface="Arial"/>
                <a:cs typeface="Arial"/>
              </a:defRPr>
            </a:lvl4pPr>
            <a:lvl5pPr>
              <a:defRPr sz="2100" b="1">
                <a:solidFill>
                  <a:srgbClr val="284E3C"/>
                </a:solidFill>
                <a:latin typeface="Arial"/>
                <a:ea typeface="Arial"/>
                <a:cs typeface="Arial"/>
              </a:defRPr>
            </a:lvl5pPr>
            <a:lvl6pPr>
              <a:defRPr sz="2100" b="1">
                <a:solidFill>
                  <a:srgbClr val="284E3C"/>
                </a:solidFill>
                <a:latin typeface="Arial"/>
                <a:ea typeface="Arial"/>
                <a:cs typeface="Arial"/>
              </a:defRPr>
            </a:lvl6pPr>
            <a:lvl7pPr>
              <a:defRPr sz="2100" b="1">
                <a:solidFill>
                  <a:srgbClr val="284E3C"/>
                </a:solidFill>
                <a:latin typeface="Arial"/>
                <a:ea typeface="Arial"/>
                <a:cs typeface="Arial"/>
              </a:defRPr>
            </a:lvl7pPr>
            <a:lvl8pPr>
              <a:defRPr sz="2100" b="1">
                <a:solidFill>
                  <a:srgbClr val="284E3C"/>
                </a:solidFill>
                <a:latin typeface="Arial"/>
                <a:ea typeface="Arial"/>
                <a:cs typeface="Arial"/>
              </a:defRPr>
            </a:lvl8pPr>
            <a:lvl9pPr>
              <a:defRPr sz="2100" b="1">
                <a:solidFill>
                  <a:srgbClr val="284E3C"/>
                </a:solidFill>
                <a:latin typeface="Arial"/>
                <a:ea typeface="Arial"/>
                <a:cs typeface="Arial"/>
              </a:defRPr>
            </a:lvl9pPr>
          </a:lstStyle>
          <a:p xmlns:a="http://schemas.openxmlformats.org/drawingml/2006/main">
            <a:pPr>
              <a:defRPr sz="2100" b="1">
                <a:solidFill>
                  <a:srgbClr val="284E3C"/>
                </a:solidFill>
                <a:latin typeface="Arial"/>
                <a:ea typeface="Arial"/>
                <a:cs typeface="Arial"/>
              </a:defRPr>
            </a:pPr>
            <a:r>
              <a:rPr sz="2100" b="1">
                <a:solidFill>
                  <a:srgbClr val="284E3C"/>
                </a:solidFill>
                <a:latin typeface="Arial"/>
                <a:ea typeface="Arial"/>
                <a:cs typeface="Arial"/>
              </a:rPr>
              <a:t>Customer access</a:t>
            </a:r>
          </a:p>
        </p:txBody>
      </p:sp>
      <p:sp>
        <p:nvSpPr>
          <p:cNvPr id="6" name="">
            <a:extLst xmlns:a="http://schemas.openxmlformats.org/drawingml/2006/main">
              <a:ext uri="{FF2B5EF4-FFF2-40B4-BE49-F238E27FC236}">
                <a16:creationId xmlns:a16="http://schemas.microsoft.com/office/drawing/2014/main" id="{F1657808-08FA-4252-A7BC-47B5EBCB6088}"/>
              </a:ext>
            </a:extLst>
          </p:cNvPr>
          <p:cNvSpPr>
            <a:spLocks xmlns:a="http://schemas.openxmlformats.org/drawingml/2006/main" noGrp="1"/>
          </p:cNvSpPr>
          <p:nvPr/>
        </p:nvSpPr>
        <p:spPr>
          <a:xfrm xmlns:a="http://schemas.openxmlformats.org/drawingml/2006/main">
            <a:off x="533400" y="2143125"/>
            <a:ext cx="50006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B6758"/>
                </a:solidFill>
                <a:latin typeface="Arial"/>
                <a:ea typeface="Arial"/>
                <a:cs typeface="Arial"/>
              </a:defRPr>
            </a:defPPr>
            <a:lvl1pPr>
              <a:defRPr sz="1875" b="0">
                <a:solidFill>
                  <a:srgbClr val="5B6758"/>
                </a:solidFill>
                <a:latin typeface="Arial"/>
                <a:ea typeface="Arial"/>
                <a:cs typeface="Arial"/>
              </a:defRPr>
            </a:lvl1pPr>
            <a:lvl2pPr>
              <a:defRPr sz="1875" b="0">
                <a:solidFill>
                  <a:srgbClr val="5B6758"/>
                </a:solidFill>
                <a:latin typeface="Arial"/>
                <a:ea typeface="Arial"/>
                <a:cs typeface="Arial"/>
              </a:defRPr>
            </a:lvl2pPr>
            <a:lvl3pPr>
              <a:defRPr sz="1875" b="0">
                <a:solidFill>
                  <a:srgbClr val="5B6758"/>
                </a:solidFill>
                <a:latin typeface="Arial"/>
                <a:ea typeface="Arial"/>
                <a:cs typeface="Arial"/>
              </a:defRPr>
            </a:lvl3pPr>
            <a:lvl4pPr>
              <a:defRPr sz="1875" b="0">
                <a:solidFill>
                  <a:srgbClr val="5B6758"/>
                </a:solidFill>
                <a:latin typeface="Arial"/>
                <a:ea typeface="Arial"/>
                <a:cs typeface="Arial"/>
              </a:defRPr>
            </a:lvl4pPr>
            <a:lvl5pPr>
              <a:defRPr sz="1875" b="0">
                <a:solidFill>
                  <a:srgbClr val="5B6758"/>
                </a:solidFill>
                <a:latin typeface="Arial"/>
                <a:ea typeface="Arial"/>
                <a:cs typeface="Arial"/>
              </a:defRPr>
            </a:lvl5pPr>
            <a:lvl6pPr>
              <a:defRPr sz="1875" b="0">
                <a:solidFill>
                  <a:srgbClr val="5B6758"/>
                </a:solidFill>
                <a:latin typeface="Arial"/>
                <a:ea typeface="Arial"/>
                <a:cs typeface="Arial"/>
              </a:defRPr>
            </a:lvl6pPr>
            <a:lvl7pPr>
              <a:defRPr sz="1875" b="0">
                <a:solidFill>
                  <a:srgbClr val="5B6758"/>
                </a:solidFill>
                <a:latin typeface="Arial"/>
                <a:ea typeface="Arial"/>
                <a:cs typeface="Arial"/>
              </a:defRPr>
            </a:lvl7pPr>
            <a:lvl8pPr>
              <a:defRPr sz="1875" b="0">
                <a:solidFill>
                  <a:srgbClr val="5B6758"/>
                </a:solidFill>
                <a:latin typeface="Arial"/>
                <a:ea typeface="Arial"/>
                <a:cs typeface="Arial"/>
              </a:defRPr>
            </a:lvl8pPr>
            <a:lvl9pPr>
              <a:defRPr sz="1875" b="0">
                <a:solidFill>
                  <a:srgbClr val="5B6758"/>
                </a:solidFill>
                <a:latin typeface="Arial"/>
                <a:ea typeface="Arial"/>
                <a:cs typeface="Arial"/>
              </a:defRPr>
            </a:lvl9pPr>
          </a:lstStyle>
          <a:p xmlns:a="http://schemas.openxmlformats.org/drawingml/2006/main">
            <a:pPr>
              <a:defRPr sz="1875" b="0">
                <a:solidFill>
                  <a:srgbClr val="5B6758"/>
                </a:solidFill>
                <a:latin typeface="Arial"/>
                <a:ea typeface="Arial"/>
                <a:cs typeface="Arial"/>
              </a:defRPr>
            </a:pPr>
            <a:r>
              <a:rPr sz="1875" b="0">
                <a:solidFill>
                  <a:srgbClr val="5B6758"/>
                </a:solidFill>
                <a:latin typeface="Arial"/>
                <a:ea typeface="Arial"/>
                <a:cs typeface="Arial"/>
              </a:rPr>
              <a:t>Own account, saved favorites,</a:t>
            </a:r>
          </a:p>
          <a:p xmlns:a="http://schemas.openxmlformats.org/drawingml/2006/main">
            <a:pPr>
              <a:defRPr sz="1875" b="0">
                <a:solidFill>
                  <a:srgbClr val="5B6758"/>
                </a:solidFill>
                <a:latin typeface="Arial"/>
                <a:ea typeface="Arial"/>
                <a:cs typeface="Arial"/>
              </a:defRPr>
            </a:pPr>
            <a:r>
              <a:rPr sz="1875" b="0">
                <a:solidFill>
                  <a:srgbClr val="5B6758"/>
                </a:solidFill>
                <a:latin typeface="Arial"/>
                <a:ea typeface="Arial"/>
                <a:cs typeface="Arial"/>
              </a:rPr>
              <a:t>basket and order history</a:t>
            </a:r>
          </a:p>
        </p:txBody>
      </p:sp>
      <p:sp>
        <p:nvSpPr>
          <p:cNvPr id="7" name="">
            <a:extLst xmlns:a="http://schemas.openxmlformats.org/drawingml/2006/main">
              <a:ext uri="{FF2B5EF4-FFF2-40B4-BE49-F238E27FC236}">
                <a16:creationId xmlns:a16="http://schemas.microsoft.com/office/drawing/2014/main" id="{5B2B6D18-2929-4B52-A70F-22EFD0F45B95}"/>
              </a:ext>
            </a:extLst>
          </p:cNvPr>
          <p:cNvSpPr>
            <a:spLocks xmlns:a="http://schemas.openxmlformats.org/drawingml/2006/main" noGrp="1"/>
          </p:cNvSpPr>
          <p:nvPr/>
        </p:nvSpPr>
        <p:spPr>
          <a:xfrm xmlns:a="http://schemas.openxmlformats.org/drawingml/2006/main">
            <a:off x="6000750" y="1552575"/>
            <a:ext cx="9525" cy="1905000"/>
          </a:xfrm>
          <a:prstGeom xmlns:a="http://schemas.openxmlformats.org/drawingml/2006/main" prst="rect">
            <a:avLst/>
          </a:prstGeom>
          <a:solidFill xmlns:a="http://schemas.openxmlformats.org/drawingml/2006/main">
            <a:srgbClr val="BBC8B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299596A-97CD-4765-96CF-C539F32E6E0F}"/>
              </a:ext>
            </a:extLst>
          </p:cNvPr>
          <p:cNvSpPr>
            <a:spLocks xmlns:a="http://schemas.openxmlformats.org/drawingml/2006/main" noGrp="1"/>
          </p:cNvSpPr>
          <p:nvPr/>
        </p:nvSpPr>
        <p:spPr>
          <a:xfrm xmlns:a="http://schemas.openxmlformats.org/drawingml/2006/main">
            <a:off x="6619875" y="1571625"/>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284E3C"/>
                </a:solidFill>
                <a:latin typeface="Arial"/>
                <a:ea typeface="Arial"/>
                <a:cs typeface="Arial"/>
              </a:defRPr>
            </a:defPPr>
            <a:lvl1pPr>
              <a:defRPr sz="2100" b="1">
                <a:solidFill>
                  <a:srgbClr val="284E3C"/>
                </a:solidFill>
                <a:latin typeface="Arial"/>
                <a:ea typeface="Arial"/>
                <a:cs typeface="Arial"/>
              </a:defRPr>
            </a:lvl1pPr>
            <a:lvl2pPr>
              <a:defRPr sz="2100" b="1">
                <a:solidFill>
                  <a:srgbClr val="284E3C"/>
                </a:solidFill>
                <a:latin typeface="Arial"/>
                <a:ea typeface="Arial"/>
                <a:cs typeface="Arial"/>
              </a:defRPr>
            </a:lvl2pPr>
            <a:lvl3pPr>
              <a:defRPr sz="2100" b="1">
                <a:solidFill>
                  <a:srgbClr val="284E3C"/>
                </a:solidFill>
                <a:latin typeface="Arial"/>
                <a:ea typeface="Arial"/>
                <a:cs typeface="Arial"/>
              </a:defRPr>
            </a:lvl3pPr>
            <a:lvl4pPr>
              <a:defRPr sz="2100" b="1">
                <a:solidFill>
                  <a:srgbClr val="284E3C"/>
                </a:solidFill>
                <a:latin typeface="Arial"/>
                <a:ea typeface="Arial"/>
                <a:cs typeface="Arial"/>
              </a:defRPr>
            </a:lvl4pPr>
            <a:lvl5pPr>
              <a:defRPr sz="2100" b="1">
                <a:solidFill>
                  <a:srgbClr val="284E3C"/>
                </a:solidFill>
                <a:latin typeface="Arial"/>
                <a:ea typeface="Arial"/>
                <a:cs typeface="Arial"/>
              </a:defRPr>
            </a:lvl5pPr>
            <a:lvl6pPr>
              <a:defRPr sz="2100" b="1">
                <a:solidFill>
                  <a:srgbClr val="284E3C"/>
                </a:solidFill>
                <a:latin typeface="Arial"/>
                <a:ea typeface="Arial"/>
                <a:cs typeface="Arial"/>
              </a:defRPr>
            </a:lvl6pPr>
            <a:lvl7pPr>
              <a:defRPr sz="2100" b="1">
                <a:solidFill>
                  <a:srgbClr val="284E3C"/>
                </a:solidFill>
                <a:latin typeface="Arial"/>
                <a:ea typeface="Arial"/>
                <a:cs typeface="Arial"/>
              </a:defRPr>
            </a:lvl7pPr>
            <a:lvl8pPr>
              <a:defRPr sz="2100" b="1">
                <a:solidFill>
                  <a:srgbClr val="284E3C"/>
                </a:solidFill>
                <a:latin typeface="Arial"/>
                <a:ea typeface="Arial"/>
                <a:cs typeface="Arial"/>
              </a:defRPr>
            </a:lvl8pPr>
            <a:lvl9pPr>
              <a:defRPr sz="2100" b="1">
                <a:solidFill>
                  <a:srgbClr val="284E3C"/>
                </a:solidFill>
                <a:latin typeface="Arial"/>
                <a:ea typeface="Arial"/>
                <a:cs typeface="Arial"/>
              </a:defRPr>
            </a:lvl9pPr>
          </a:lstStyle>
          <a:p xmlns:a="http://schemas.openxmlformats.org/drawingml/2006/main">
            <a:pPr>
              <a:defRPr sz="2100" b="1">
                <a:solidFill>
                  <a:srgbClr val="284E3C"/>
                </a:solidFill>
                <a:latin typeface="Arial"/>
                <a:ea typeface="Arial"/>
                <a:cs typeface="Arial"/>
              </a:defRPr>
            </a:pPr>
            <a:r>
              <a:rPr sz="2100" b="1">
                <a:solidFill>
                  <a:srgbClr val="284E3C"/>
                </a:solidFill>
                <a:latin typeface="Arial"/>
                <a:ea typeface="Arial"/>
                <a:cs typeface="Arial"/>
              </a:rPr>
              <a:t>Admin access</a:t>
            </a:r>
          </a:p>
        </p:txBody>
      </p:sp>
      <p:sp>
        <p:nvSpPr>
          <p:cNvPr id="9" name="">
            <a:extLst xmlns:a="http://schemas.openxmlformats.org/drawingml/2006/main">
              <a:ext uri="{FF2B5EF4-FFF2-40B4-BE49-F238E27FC236}">
                <a16:creationId xmlns:a16="http://schemas.microsoft.com/office/drawing/2014/main" id="{E4EF5C33-DDD9-46CE-9F2E-71DB6CC926BF}"/>
              </a:ext>
            </a:extLst>
          </p:cNvPr>
          <p:cNvSpPr>
            <a:spLocks xmlns:a="http://schemas.openxmlformats.org/drawingml/2006/main" noGrp="1"/>
          </p:cNvSpPr>
          <p:nvPr/>
        </p:nvSpPr>
        <p:spPr>
          <a:xfrm xmlns:a="http://schemas.openxmlformats.org/drawingml/2006/main">
            <a:off x="6619875" y="2143125"/>
            <a:ext cx="50006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B6758"/>
                </a:solidFill>
                <a:latin typeface="Arial"/>
                <a:ea typeface="Arial"/>
                <a:cs typeface="Arial"/>
              </a:defRPr>
            </a:defPPr>
            <a:lvl1pPr>
              <a:defRPr sz="1875" b="0">
                <a:solidFill>
                  <a:srgbClr val="5B6758"/>
                </a:solidFill>
                <a:latin typeface="Arial"/>
                <a:ea typeface="Arial"/>
                <a:cs typeface="Arial"/>
              </a:defRPr>
            </a:lvl1pPr>
            <a:lvl2pPr>
              <a:defRPr sz="1875" b="0">
                <a:solidFill>
                  <a:srgbClr val="5B6758"/>
                </a:solidFill>
                <a:latin typeface="Arial"/>
                <a:ea typeface="Arial"/>
                <a:cs typeface="Arial"/>
              </a:defRPr>
            </a:lvl2pPr>
            <a:lvl3pPr>
              <a:defRPr sz="1875" b="0">
                <a:solidFill>
                  <a:srgbClr val="5B6758"/>
                </a:solidFill>
                <a:latin typeface="Arial"/>
                <a:ea typeface="Arial"/>
                <a:cs typeface="Arial"/>
              </a:defRPr>
            </a:lvl3pPr>
            <a:lvl4pPr>
              <a:defRPr sz="1875" b="0">
                <a:solidFill>
                  <a:srgbClr val="5B6758"/>
                </a:solidFill>
                <a:latin typeface="Arial"/>
                <a:ea typeface="Arial"/>
                <a:cs typeface="Arial"/>
              </a:defRPr>
            </a:lvl4pPr>
            <a:lvl5pPr>
              <a:defRPr sz="1875" b="0">
                <a:solidFill>
                  <a:srgbClr val="5B6758"/>
                </a:solidFill>
                <a:latin typeface="Arial"/>
                <a:ea typeface="Arial"/>
                <a:cs typeface="Arial"/>
              </a:defRPr>
            </a:lvl5pPr>
            <a:lvl6pPr>
              <a:defRPr sz="1875" b="0">
                <a:solidFill>
                  <a:srgbClr val="5B6758"/>
                </a:solidFill>
                <a:latin typeface="Arial"/>
                <a:ea typeface="Arial"/>
                <a:cs typeface="Arial"/>
              </a:defRPr>
            </a:lvl6pPr>
            <a:lvl7pPr>
              <a:defRPr sz="1875" b="0">
                <a:solidFill>
                  <a:srgbClr val="5B6758"/>
                </a:solidFill>
                <a:latin typeface="Arial"/>
                <a:ea typeface="Arial"/>
                <a:cs typeface="Arial"/>
              </a:defRPr>
            </a:lvl7pPr>
            <a:lvl8pPr>
              <a:defRPr sz="1875" b="0">
                <a:solidFill>
                  <a:srgbClr val="5B6758"/>
                </a:solidFill>
                <a:latin typeface="Arial"/>
                <a:ea typeface="Arial"/>
                <a:cs typeface="Arial"/>
              </a:defRPr>
            </a:lvl8pPr>
            <a:lvl9pPr>
              <a:defRPr sz="1875" b="0">
                <a:solidFill>
                  <a:srgbClr val="5B6758"/>
                </a:solidFill>
                <a:latin typeface="Arial"/>
                <a:ea typeface="Arial"/>
                <a:cs typeface="Arial"/>
              </a:defRPr>
            </a:lvl9pPr>
          </a:lstStyle>
          <a:p xmlns:a="http://schemas.openxmlformats.org/drawingml/2006/main">
            <a:pPr>
              <a:defRPr sz="1875" b="0">
                <a:solidFill>
                  <a:srgbClr val="5B6758"/>
                </a:solidFill>
                <a:latin typeface="Arial"/>
                <a:ea typeface="Arial"/>
                <a:cs typeface="Arial"/>
              </a:defRPr>
            </a:pPr>
            <a:r>
              <a:rPr sz="1875" b="0">
                <a:solidFill>
                  <a:srgbClr val="5B6758"/>
                </a:solidFill>
                <a:latin typeface="Arial"/>
                <a:ea typeface="Arial"/>
                <a:cs typeface="Arial"/>
              </a:rPr>
              <a:t>Catalog, stock, packages,</a:t>
            </a:r>
          </a:p>
          <a:p xmlns:a="http://schemas.openxmlformats.org/drawingml/2006/main">
            <a:pPr>
              <a:defRPr sz="1875" b="0">
                <a:solidFill>
                  <a:srgbClr val="5B6758"/>
                </a:solidFill>
                <a:latin typeface="Arial"/>
                <a:ea typeface="Arial"/>
                <a:cs typeface="Arial"/>
              </a:defRPr>
            </a:pPr>
            <a:r>
              <a:rPr sz="1875" b="0">
                <a:solidFill>
                  <a:srgbClr val="5B6758"/>
                </a:solidFill>
                <a:latin typeface="Arial"/>
                <a:ea typeface="Arial"/>
                <a:cs typeface="Arial"/>
              </a:rPr>
              <a:t>orders, reviews and reporting</a:t>
            </a:r>
          </a:p>
        </p:txBody>
      </p:sp>
      <p:sp>
        <p:nvSpPr>
          <p:cNvPr id="10" name="">
            <a:extLst xmlns:a="http://schemas.openxmlformats.org/drawingml/2006/main">
              <a:ext uri="{FF2B5EF4-FFF2-40B4-BE49-F238E27FC236}">
                <a16:creationId xmlns:a16="http://schemas.microsoft.com/office/drawing/2014/main" id="{3ACB8E40-ED1A-4A7F-89EF-B8CDF4D5196B}"/>
              </a:ext>
            </a:extLst>
          </p:cNvPr>
          <p:cNvSpPr>
            <a:spLocks xmlns:a="http://schemas.openxmlformats.org/drawingml/2006/main" noGrp="1"/>
          </p:cNvSpPr>
          <p:nvPr/>
        </p:nvSpPr>
        <p:spPr>
          <a:xfrm xmlns:a="http://schemas.openxmlformats.org/drawingml/2006/main">
            <a:off x="533400" y="3562350"/>
            <a:ext cx="11125200" cy="9525"/>
          </a:xfrm>
          <a:prstGeom xmlns:a="http://schemas.openxmlformats.org/drawingml/2006/main" prst="rect">
            <a:avLst/>
          </a:prstGeom>
          <a:solidFill xmlns:a="http://schemas.openxmlformats.org/drawingml/2006/main">
            <a:srgbClr val="BBC8B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FC7B7A0-CC2A-4BA9-A874-CD112E40E9D9}"/>
              </a:ext>
            </a:extLst>
          </p:cNvPr>
          <p:cNvSpPr>
            <a:spLocks xmlns:a="http://schemas.openxmlformats.org/drawingml/2006/main" noGrp="1"/>
          </p:cNvSpPr>
          <p:nvPr/>
        </p:nvSpPr>
        <p:spPr>
          <a:xfrm xmlns:a="http://schemas.openxmlformats.org/drawingml/2006/main">
            <a:off x="533400" y="39433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84E3C"/>
                </a:solidFill>
                <a:latin typeface="Arial"/>
                <a:ea typeface="Arial"/>
                <a:cs typeface="Arial"/>
              </a:defRPr>
            </a:defPPr>
            <a:lvl1pPr>
              <a:defRPr sz="1800" b="1">
                <a:solidFill>
                  <a:srgbClr val="284E3C"/>
                </a:solidFill>
                <a:latin typeface="Arial"/>
                <a:ea typeface="Arial"/>
                <a:cs typeface="Arial"/>
              </a:defRPr>
            </a:lvl1pPr>
            <a:lvl2pPr>
              <a:defRPr sz="1800" b="1">
                <a:solidFill>
                  <a:srgbClr val="284E3C"/>
                </a:solidFill>
                <a:latin typeface="Arial"/>
                <a:ea typeface="Arial"/>
                <a:cs typeface="Arial"/>
              </a:defRPr>
            </a:lvl2pPr>
            <a:lvl3pPr>
              <a:defRPr sz="1800" b="1">
                <a:solidFill>
                  <a:srgbClr val="284E3C"/>
                </a:solidFill>
                <a:latin typeface="Arial"/>
                <a:ea typeface="Arial"/>
                <a:cs typeface="Arial"/>
              </a:defRPr>
            </a:lvl3pPr>
            <a:lvl4pPr>
              <a:defRPr sz="1800" b="1">
                <a:solidFill>
                  <a:srgbClr val="284E3C"/>
                </a:solidFill>
                <a:latin typeface="Arial"/>
                <a:ea typeface="Arial"/>
                <a:cs typeface="Arial"/>
              </a:defRPr>
            </a:lvl4pPr>
            <a:lvl5pPr>
              <a:defRPr sz="1800" b="1">
                <a:solidFill>
                  <a:srgbClr val="284E3C"/>
                </a:solidFill>
                <a:latin typeface="Arial"/>
                <a:ea typeface="Arial"/>
                <a:cs typeface="Arial"/>
              </a:defRPr>
            </a:lvl5pPr>
            <a:lvl6pPr>
              <a:defRPr sz="1800" b="1">
                <a:solidFill>
                  <a:srgbClr val="284E3C"/>
                </a:solidFill>
                <a:latin typeface="Arial"/>
                <a:ea typeface="Arial"/>
                <a:cs typeface="Arial"/>
              </a:defRPr>
            </a:lvl6pPr>
            <a:lvl7pPr>
              <a:defRPr sz="1800" b="1">
                <a:solidFill>
                  <a:srgbClr val="284E3C"/>
                </a:solidFill>
                <a:latin typeface="Arial"/>
                <a:ea typeface="Arial"/>
                <a:cs typeface="Arial"/>
              </a:defRPr>
            </a:lvl7pPr>
            <a:lvl8pPr>
              <a:defRPr sz="1800" b="1">
                <a:solidFill>
                  <a:srgbClr val="284E3C"/>
                </a:solidFill>
                <a:latin typeface="Arial"/>
                <a:ea typeface="Arial"/>
                <a:cs typeface="Arial"/>
              </a:defRPr>
            </a:lvl8pPr>
            <a:lvl9pPr>
              <a:defRPr sz="1800" b="1">
                <a:solidFill>
                  <a:srgbClr val="284E3C"/>
                </a:solidFill>
                <a:latin typeface="Arial"/>
                <a:ea typeface="Arial"/>
                <a:cs typeface="Arial"/>
              </a:defRPr>
            </a:lvl9pPr>
          </a:lstStyle>
          <a:p xmlns:a="http://schemas.openxmlformats.org/drawingml/2006/main">
            <a:pPr>
              <a:defRPr sz="1800" b="1">
                <a:solidFill>
                  <a:srgbClr val="284E3C"/>
                </a:solidFill>
                <a:latin typeface="Arial"/>
                <a:ea typeface="Arial"/>
                <a:cs typeface="Arial"/>
              </a:defRPr>
            </a:pPr>
            <a:r>
              <a:rPr sz="1800" b="1">
                <a:solidFill>
                  <a:srgbClr val="284E3C"/>
                </a:solidFill>
                <a:latin typeface="Arial"/>
                <a:ea typeface="Arial"/>
                <a:cs typeface="Arial"/>
              </a:rPr>
              <a:t>Implemented safeguards</a:t>
            </a:r>
          </a:p>
        </p:txBody>
      </p:sp>
      <p:sp>
        <p:nvSpPr>
          <p:cNvPr id="12" name="">
            <a:extLst xmlns:a="http://schemas.openxmlformats.org/drawingml/2006/main">
              <a:ext uri="{FF2B5EF4-FFF2-40B4-BE49-F238E27FC236}">
                <a16:creationId xmlns:a16="http://schemas.microsoft.com/office/drawing/2014/main" id="{4EE88780-EFB2-4AB3-884A-B285EC24C669}"/>
              </a:ext>
            </a:extLst>
          </p:cNvPr>
          <p:cNvSpPr>
            <a:spLocks xmlns:a="http://schemas.openxmlformats.org/drawingml/2006/main" noGrp="1"/>
          </p:cNvSpPr>
          <p:nvPr/>
        </p:nvSpPr>
        <p:spPr>
          <a:xfrm xmlns:a="http://schemas.openxmlformats.org/drawingml/2006/main">
            <a:off x="533400" y="4352925"/>
            <a:ext cx="666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B6758"/>
                </a:solidFill>
                <a:latin typeface="Arial"/>
                <a:ea typeface="Arial"/>
                <a:cs typeface="Arial"/>
              </a:defRPr>
            </a:defPPr>
            <a:lvl1pPr>
              <a:defRPr sz="1425" b="0">
                <a:solidFill>
                  <a:srgbClr val="5B6758"/>
                </a:solidFill>
                <a:latin typeface="Arial"/>
                <a:ea typeface="Arial"/>
                <a:cs typeface="Arial"/>
              </a:defRPr>
            </a:lvl1pPr>
            <a:lvl2pPr>
              <a:defRPr sz="1425" b="0">
                <a:solidFill>
                  <a:srgbClr val="5B6758"/>
                </a:solidFill>
                <a:latin typeface="Arial"/>
                <a:ea typeface="Arial"/>
                <a:cs typeface="Arial"/>
              </a:defRPr>
            </a:lvl2pPr>
            <a:lvl3pPr>
              <a:defRPr sz="1425" b="0">
                <a:solidFill>
                  <a:srgbClr val="5B6758"/>
                </a:solidFill>
                <a:latin typeface="Arial"/>
                <a:ea typeface="Arial"/>
                <a:cs typeface="Arial"/>
              </a:defRPr>
            </a:lvl3pPr>
            <a:lvl4pPr>
              <a:defRPr sz="1425" b="0">
                <a:solidFill>
                  <a:srgbClr val="5B6758"/>
                </a:solidFill>
                <a:latin typeface="Arial"/>
                <a:ea typeface="Arial"/>
                <a:cs typeface="Arial"/>
              </a:defRPr>
            </a:lvl4pPr>
            <a:lvl5pPr>
              <a:defRPr sz="1425" b="0">
                <a:solidFill>
                  <a:srgbClr val="5B6758"/>
                </a:solidFill>
                <a:latin typeface="Arial"/>
                <a:ea typeface="Arial"/>
                <a:cs typeface="Arial"/>
              </a:defRPr>
            </a:lvl5pPr>
            <a:lvl6pPr>
              <a:defRPr sz="1425" b="0">
                <a:solidFill>
                  <a:srgbClr val="5B6758"/>
                </a:solidFill>
                <a:latin typeface="Arial"/>
                <a:ea typeface="Arial"/>
                <a:cs typeface="Arial"/>
              </a:defRPr>
            </a:lvl6pPr>
            <a:lvl7pPr>
              <a:defRPr sz="1425" b="0">
                <a:solidFill>
                  <a:srgbClr val="5B6758"/>
                </a:solidFill>
                <a:latin typeface="Arial"/>
                <a:ea typeface="Arial"/>
                <a:cs typeface="Arial"/>
              </a:defRPr>
            </a:lvl7pPr>
            <a:lvl8pPr>
              <a:defRPr sz="1425" b="0">
                <a:solidFill>
                  <a:srgbClr val="5B6758"/>
                </a:solidFill>
                <a:latin typeface="Arial"/>
                <a:ea typeface="Arial"/>
                <a:cs typeface="Arial"/>
              </a:defRPr>
            </a:lvl8pPr>
            <a:lvl9pPr>
              <a:defRPr sz="1425" b="0">
                <a:solidFill>
                  <a:srgbClr val="5B6758"/>
                </a:solidFill>
                <a:latin typeface="Arial"/>
                <a:ea typeface="Arial"/>
                <a:cs typeface="Arial"/>
              </a:defRPr>
            </a:lvl9pPr>
          </a:lstStyle>
          <a:p xmlns:a="http://schemas.openxmlformats.org/drawingml/2006/main">
            <a:pPr>
              <a:defRPr sz="1425" b="0">
                <a:solidFill>
                  <a:srgbClr val="5B6758"/>
                </a:solidFill>
                <a:latin typeface="Arial"/>
                <a:ea typeface="Arial"/>
                <a:cs typeface="Arial"/>
              </a:defRPr>
            </a:pPr>
            <a:r>
              <a:rPr sz="1425" b="0">
                <a:solidFill>
                  <a:srgbClr val="5B6758"/>
                </a:solidFill>
                <a:latin typeface="Arial"/>
                <a:ea typeface="Arial"/>
                <a:cs typeface="Arial"/>
              </a:rPr>
              <a:t>Password hashing, sessions, role checks, CSRF and input validation</a:t>
            </a:r>
          </a:p>
        </p:txBody>
      </p:sp>
      <p:sp>
        <p:nvSpPr>
          <p:cNvPr id="13" name="">
            <a:extLst xmlns:a="http://schemas.openxmlformats.org/drawingml/2006/main">
              <a:ext uri="{FF2B5EF4-FFF2-40B4-BE49-F238E27FC236}">
                <a16:creationId xmlns:a16="http://schemas.microsoft.com/office/drawing/2014/main" id="{31911D0C-C4FC-40CB-846E-A575F8807CFC}"/>
              </a:ext>
            </a:extLst>
          </p:cNvPr>
          <p:cNvSpPr>
            <a:spLocks xmlns:a="http://schemas.openxmlformats.org/drawingml/2006/main" noGrp="1"/>
          </p:cNvSpPr>
          <p:nvPr/>
        </p:nvSpPr>
        <p:spPr>
          <a:xfrm xmlns:a="http://schemas.openxmlformats.org/drawingml/2006/main">
            <a:off x="533400" y="5229225"/>
            <a:ext cx="11125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84E3C"/>
                </a:solidFill>
                <a:latin typeface="Arial"/>
                <a:ea typeface="Arial"/>
                <a:cs typeface="Arial"/>
              </a:defRPr>
            </a:defPPr>
            <a:lvl1pPr>
              <a:defRPr sz="1800" b="1">
                <a:solidFill>
                  <a:srgbClr val="284E3C"/>
                </a:solidFill>
                <a:latin typeface="Arial"/>
                <a:ea typeface="Arial"/>
                <a:cs typeface="Arial"/>
              </a:defRPr>
            </a:lvl1pPr>
            <a:lvl2pPr>
              <a:defRPr sz="1800" b="1">
                <a:solidFill>
                  <a:srgbClr val="284E3C"/>
                </a:solidFill>
                <a:latin typeface="Arial"/>
                <a:ea typeface="Arial"/>
                <a:cs typeface="Arial"/>
              </a:defRPr>
            </a:lvl2pPr>
            <a:lvl3pPr>
              <a:defRPr sz="1800" b="1">
                <a:solidFill>
                  <a:srgbClr val="284E3C"/>
                </a:solidFill>
                <a:latin typeface="Arial"/>
                <a:ea typeface="Arial"/>
                <a:cs typeface="Arial"/>
              </a:defRPr>
            </a:lvl3pPr>
            <a:lvl4pPr>
              <a:defRPr sz="1800" b="1">
                <a:solidFill>
                  <a:srgbClr val="284E3C"/>
                </a:solidFill>
                <a:latin typeface="Arial"/>
                <a:ea typeface="Arial"/>
                <a:cs typeface="Arial"/>
              </a:defRPr>
            </a:lvl4pPr>
            <a:lvl5pPr>
              <a:defRPr sz="1800" b="1">
                <a:solidFill>
                  <a:srgbClr val="284E3C"/>
                </a:solidFill>
                <a:latin typeface="Arial"/>
                <a:ea typeface="Arial"/>
                <a:cs typeface="Arial"/>
              </a:defRPr>
            </a:lvl5pPr>
            <a:lvl6pPr>
              <a:defRPr sz="1800" b="1">
                <a:solidFill>
                  <a:srgbClr val="284E3C"/>
                </a:solidFill>
                <a:latin typeface="Arial"/>
                <a:ea typeface="Arial"/>
                <a:cs typeface="Arial"/>
              </a:defRPr>
            </a:lvl6pPr>
            <a:lvl7pPr>
              <a:defRPr sz="1800" b="1">
                <a:solidFill>
                  <a:srgbClr val="284E3C"/>
                </a:solidFill>
                <a:latin typeface="Arial"/>
                <a:ea typeface="Arial"/>
                <a:cs typeface="Arial"/>
              </a:defRPr>
            </a:lvl7pPr>
            <a:lvl8pPr>
              <a:defRPr sz="1800" b="1">
                <a:solidFill>
                  <a:srgbClr val="284E3C"/>
                </a:solidFill>
                <a:latin typeface="Arial"/>
                <a:ea typeface="Arial"/>
                <a:cs typeface="Arial"/>
              </a:defRPr>
            </a:lvl8pPr>
            <a:lvl9pPr>
              <a:defRPr sz="1800" b="1">
                <a:solidFill>
                  <a:srgbClr val="284E3C"/>
                </a:solidFill>
                <a:latin typeface="Arial"/>
                <a:ea typeface="Arial"/>
                <a:cs typeface="Arial"/>
              </a:defRPr>
            </a:lvl9pPr>
          </a:lstStyle>
          <a:p xmlns:a="http://schemas.openxmlformats.org/drawingml/2006/main">
            <a:pPr>
              <a:defRPr sz="1800" b="1">
                <a:solidFill>
                  <a:srgbClr val="284E3C"/>
                </a:solidFill>
                <a:latin typeface="Arial"/>
                <a:ea typeface="Arial"/>
                <a:cs typeface="Arial"/>
              </a:defRPr>
            </a:pPr>
            <a:r>
              <a:rPr sz="1800" b="1">
                <a:solidFill>
                  <a:srgbClr val="284E3C"/>
                </a:solidFill>
                <a:latin typeface="Arial"/>
                <a:ea typeface="Arial"/>
                <a:cs typeface="Arial"/>
              </a:rPr>
              <a:t>Readable on smaller screens</a:t>
            </a:r>
          </a:p>
        </p:txBody>
      </p:sp>
      <p:sp>
        <p:nvSpPr>
          <p:cNvPr id="14" name="">
            <a:extLst xmlns:a="http://schemas.openxmlformats.org/drawingml/2006/main">
              <a:ext uri="{FF2B5EF4-FFF2-40B4-BE49-F238E27FC236}">
                <a16:creationId xmlns:a16="http://schemas.microsoft.com/office/drawing/2014/main" id="{321E8898-85C7-4A5E-BE4E-26C637EFC919}"/>
              </a:ext>
            </a:extLst>
          </p:cNvPr>
          <p:cNvSpPr>
            <a:spLocks xmlns:a="http://schemas.openxmlformats.org/drawingml/2006/main" noGrp="1"/>
          </p:cNvSpPr>
          <p:nvPr/>
        </p:nvSpPr>
        <p:spPr>
          <a:xfrm xmlns:a="http://schemas.openxmlformats.org/drawingml/2006/main">
            <a:off x="533400" y="5638800"/>
            <a:ext cx="11125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B6758"/>
                </a:solidFill>
                <a:latin typeface="Arial"/>
                <a:ea typeface="Arial"/>
                <a:cs typeface="Arial"/>
              </a:defRPr>
            </a:defPPr>
            <a:lvl1pPr>
              <a:defRPr sz="1425" b="0">
                <a:solidFill>
                  <a:srgbClr val="5B6758"/>
                </a:solidFill>
                <a:latin typeface="Arial"/>
                <a:ea typeface="Arial"/>
                <a:cs typeface="Arial"/>
              </a:defRPr>
            </a:lvl1pPr>
            <a:lvl2pPr>
              <a:defRPr sz="1425" b="0">
                <a:solidFill>
                  <a:srgbClr val="5B6758"/>
                </a:solidFill>
                <a:latin typeface="Arial"/>
                <a:ea typeface="Arial"/>
                <a:cs typeface="Arial"/>
              </a:defRPr>
            </a:lvl2pPr>
            <a:lvl3pPr>
              <a:defRPr sz="1425" b="0">
                <a:solidFill>
                  <a:srgbClr val="5B6758"/>
                </a:solidFill>
                <a:latin typeface="Arial"/>
                <a:ea typeface="Arial"/>
                <a:cs typeface="Arial"/>
              </a:defRPr>
            </a:lvl3pPr>
            <a:lvl4pPr>
              <a:defRPr sz="1425" b="0">
                <a:solidFill>
                  <a:srgbClr val="5B6758"/>
                </a:solidFill>
                <a:latin typeface="Arial"/>
                <a:ea typeface="Arial"/>
                <a:cs typeface="Arial"/>
              </a:defRPr>
            </a:lvl4pPr>
            <a:lvl5pPr>
              <a:defRPr sz="1425" b="0">
                <a:solidFill>
                  <a:srgbClr val="5B6758"/>
                </a:solidFill>
                <a:latin typeface="Arial"/>
                <a:ea typeface="Arial"/>
                <a:cs typeface="Arial"/>
              </a:defRPr>
            </a:lvl5pPr>
            <a:lvl6pPr>
              <a:defRPr sz="1425" b="0">
                <a:solidFill>
                  <a:srgbClr val="5B6758"/>
                </a:solidFill>
                <a:latin typeface="Arial"/>
                <a:ea typeface="Arial"/>
                <a:cs typeface="Arial"/>
              </a:defRPr>
            </a:lvl6pPr>
            <a:lvl7pPr>
              <a:defRPr sz="1425" b="0">
                <a:solidFill>
                  <a:srgbClr val="5B6758"/>
                </a:solidFill>
                <a:latin typeface="Arial"/>
                <a:ea typeface="Arial"/>
                <a:cs typeface="Arial"/>
              </a:defRPr>
            </a:lvl7pPr>
            <a:lvl8pPr>
              <a:defRPr sz="1425" b="0">
                <a:solidFill>
                  <a:srgbClr val="5B6758"/>
                </a:solidFill>
                <a:latin typeface="Arial"/>
                <a:ea typeface="Arial"/>
                <a:cs typeface="Arial"/>
              </a:defRPr>
            </a:lvl8pPr>
            <a:lvl9pPr>
              <a:defRPr sz="1425" b="0">
                <a:solidFill>
                  <a:srgbClr val="5B6758"/>
                </a:solidFill>
                <a:latin typeface="Arial"/>
                <a:ea typeface="Arial"/>
                <a:cs typeface="Arial"/>
              </a:defRPr>
            </a:lvl9pPr>
          </a:lstStyle>
          <a:p xmlns:a="http://schemas.openxmlformats.org/drawingml/2006/main">
            <a:pPr>
              <a:defRPr sz="1425" b="0">
                <a:solidFill>
                  <a:srgbClr val="5B6758"/>
                </a:solidFill>
                <a:latin typeface="Arial"/>
                <a:ea typeface="Arial"/>
                <a:cs typeface="Arial"/>
              </a:defRPr>
            </a:pPr>
            <a:r>
              <a:rPr sz="1425" b="0">
                <a:solidFill>
                  <a:srgbClr val="5B6758"/>
                </a:solidFill>
                <a:latin typeface="Arial"/>
                <a:ea typeface="Arial"/>
                <a:cs typeface="Arial"/>
              </a:rPr>
              <a:t>Responsive layouts, focus-managed dialogs and compact previews</a:t>
            </a:r>
          </a:p>
        </p:txBody>
      </p:sp>
    </p:spTree>
    <p:extLst>
      <p:ext uri="{BB962C8B-B14F-4D97-AF65-F5344CB8AC3E}">
        <p14:creationId xmlns:p14="http://schemas.microsoft.com/office/powerpoint/2010/main" val="1987430667"/>
      </p:ext>
    </p:extLst>
  </p:cSld>
</p:sld>
</file>

<file path=ppt/slides/slide13.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C43A455-6081-4699-8E21-203C133EF168}"/>
              </a:ext>
            </a:extLst>
          </p:cNvPr>
          <p:cNvSpPr>
            <a:spLocks xmlns:a="http://schemas.openxmlformats.org/drawingml/2006/main" noGrp="1"/>
          </p:cNvSpPr>
          <p:nvPr/>
        </p:nvSpPr>
        <p:spPr>
          <a:xfrm xmlns:a="http://schemas.openxmlformats.org/drawingml/2006/main">
            <a:off x="533400" y="400050"/>
            <a:ext cx="111252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284E3C"/>
                </a:solidFill>
                <a:latin typeface="Arial"/>
                <a:ea typeface="Arial"/>
                <a:cs typeface="Arial"/>
              </a:defRPr>
            </a:defPPr>
            <a:lvl1pPr>
              <a:buNone/>
              <a:defRPr sz="2850" b="1">
                <a:solidFill>
                  <a:srgbClr val="284E3C"/>
                </a:solidFill>
                <a:latin typeface="Arial"/>
                <a:ea typeface="Arial"/>
                <a:cs typeface="Arial"/>
              </a:defRPr>
            </a:lvl1pPr>
            <a:lvl2pPr>
              <a:buNone/>
              <a:defRPr sz="2850" b="1">
                <a:solidFill>
                  <a:srgbClr val="284E3C"/>
                </a:solidFill>
                <a:latin typeface="Arial"/>
                <a:ea typeface="Arial"/>
                <a:cs typeface="Arial"/>
              </a:defRPr>
            </a:lvl2pPr>
            <a:lvl3pPr>
              <a:buNone/>
              <a:defRPr sz="2850" b="1">
                <a:solidFill>
                  <a:srgbClr val="284E3C"/>
                </a:solidFill>
                <a:latin typeface="Arial"/>
                <a:ea typeface="Arial"/>
                <a:cs typeface="Arial"/>
              </a:defRPr>
            </a:lvl3pPr>
            <a:lvl4pPr>
              <a:buNone/>
              <a:defRPr sz="2850" b="1">
                <a:solidFill>
                  <a:srgbClr val="284E3C"/>
                </a:solidFill>
                <a:latin typeface="Arial"/>
                <a:ea typeface="Arial"/>
                <a:cs typeface="Arial"/>
              </a:defRPr>
            </a:lvl4pPr>
            <a:lvl5pPr>
              <a:buNone/>
              <a:defRPr sz="2850" b="1">
                <a:solidFill>
                  <a:srgbClr val="284E3C"/>
                </a:solidFill>
                <a:latin typeface="Arial"/>
                <a:ea typeface="Arial"/>
                <a:cs typeface="Arial"/>
              </a:defRPr>
            </a:lvl5pPr>
            <a:lvl6pPr>
              <a:buNone/>
              <a:defRPr sz="2850" b="1">
                <a:solidFill>
                  <a:srgbClr val="284E3C"/>
                </a:solidFill>
                <a:latin typeface="Arial"/>
                <a:ea typeface="Arial"/>
                <a:cs typeface="Arial"/>
              </a:defRPr>
            </a:lvl6pPr>
            <a:lvl7pPr>
              <a:buNone/>
              <a:defRPr sz="2850" b="1">
                <a:solidFill>
                  <a:srgbClr val="284E3C"/>
                </a:solidFill>
                <a:latin typeface="Arial"/>
                <a:ea typeface="Arial"/>
                <a:cs typeface="Arial"/>
              </a:defRPr>
            </a:lvl7pPr>
            <a:lvl8pPr>
              <a:buNone/>
              <a:defRPr sz="2850" b="1">
                <a:solidFill>
                  <a:srgbClr val="284E3C"/>
                </a:solidFill>
                <a:latin typeface="Arial"/>
                <a:ea typeface="Arial"/>
                <a:cs typeface="Arial"/>
              </a:defRPr>
            </a:lvl8pPr>
            <a:lvl9pPr>
              <a:buNone/>
              <a:defRPr sz="2850" b="1">
                <a:solidFill>
                  <a:srgbClr val="284E3C"/>
                </a:solidFill>
                <a:latin typeface="Arial"/>
                <a:ea typeface="Arial"/>
                <a:cs typeface="Arial"/>
              </a:defRPr>
            </a:lvl9pPr>
          </a:lstStyle>
          <a:p xmlns:a="http://schemas.openxmlformats.org/drawingml/2006/main">
            <a:pPr>
              <a:buNone/>
              <a:defRPr sz="2850" b="1">
                <a:solidFill>
                  <a:srgbClr val="284E3C"/>
                </a:solidFill>
                <a:latin typeface="Arial"/>
                <a:ea typeface="Arial"/>
                <a:cs typeface="Arial"/>
              </a:defRPr>
            </a:pPr>
            <a:r>
              <a:rPr sz="2850" b="1">
                <a:solidFill>
                  <a:srgbClr val="284E3C"/>
                </a:solidFill>
                <a:latin typeface="Arial"/>
                <a:ea typeface="Arial"/>
                <a:cs typeface="Arial"/>
              </a:rPr>
              <a:t>Technical foundation and current scope</a:t>
            </a:r>
          </a:p>
        </p:txBody>
      </p:sp>
      <p:sp>
        <p:nvSpPr>
          <p:cNvPr id="2" name="">
            <a:extLst xmlns:a="http://schemas.openxmlformats.org/drawingml/2006/main">
              <a:ext uri="{FF2B5EF4-FFF2-40B4-BE49-F238E27FC236}">
                <a16:creationId xmlns:a16="http://schemas.microsoft.com/office/drawing/2014/main" id="{92F20FDC-EFF5-45FB-B339-DAC783210993}"/>
              </a:ext>
            </a:extLst>
          </p:cNvPr>
          <p:cNvSpPr>
            <a:spLocks xmlns:a="http://schemas.openxmlformats.org/drawingml/2006/main" noGrp="1"/>
          </p:cNvSpPr>
          <p:nvPr/>
        </p:nvSpPr>
        <p:spPr>
          <a:xfrm xmlns:a="http://schemas.openxmlformats.org/drawingml/2006/main">
            <a:off x="533400" y="6286500"/>
            <a:ext cx="11125200" cy="9525"/>
          </a:xfrm>
          <a:prstGeom xmlns:a="http://schemas.openxmlformats.org/drawingml/2006/main" prst="rect">
            <a:avLst/>
          </a:prstGeom>
          <a:solidFill xmlns:a="http://schemas.openxmlformats.org/drawingml/2006/main">
            <a:srgbClr val="BBC8B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081CD4D-CE56-436C-9C2E-1EFE01B1DE38}"/>
              </a:ext>
            </a:extLst>
          </p:cNvPr>
          <p:cNvSpPr>
            <a:spLocks xmlns:a="http://schemas.openxmlformats.org/drawingml/2006/main" noGrp="1"/>
          </p:cNvSpPr>
          <p:nvPr/>
        </p:nvSpPr>
        <p:spPr>
          <a:xfrm xmlns:a="http://schemas.openxmlformats.org/drawingml/2006/main">
            <a:off x="533400" y="6448425"/>
            <a:ext cx="323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1">
                <a:solidFill>
                  <a:srgbClr val="5B6758"/>
                </a:solidFill>
                <a:latin typeface="Arial"/>
                <a:ea typeface="Arial"/>
                <a:cs typeface="Arial"/>
              </a:defRPr>
            </a:defPPr>
            <a:lvl1pPr>
              <a:buNone/>
              <a:defRPr sz="900" b="1">
                <a:solidFill>
                  <a:srgbClr val="5B6758"/>
                </a:solidFill>
                <a:latin typeface="Arial"/>
                <a:ea typeface="Arial"/>
                <a:cs typeface="Arial"/>
              </a:defRPr>
            </a:lvl1pPr>
            <a:lvl2pPr>
              <a:buNone/>
              <a:defRPr sz="900" b="1">
                <a:solidFill>
                  <a:srgbClr val="5B6758"/>
                </a:solidFill>
                <a:latin typeface="Arial"/>
                <a:ea typeface="Arial"/>
                <a:cs typeface="Arial"/>
              </a:defRPr>
            </a:lvl2pPr>
            <a:lvl3pPr>
              <a:buNone/>
              <a:defRPr sz="900" b="1">
                <a:solidFill>
                  <a:srgbClr val="5B6758"/>
                </a:solidFill>
                <a:latin typeface="Arial"/>
                <a:ea typeface="Arial"/>
                <a:cs typeface="Arial"/>
              </a:defRPr>
            </a:lvl3pPr>
            <a:lvl4pPr>
              <a:buNone/>
              <a:defRPr sz="900" b="1">
                <a:solidFill>
                  <a:srgbClr val="5B6758"/>
                </a:solidFill>
                <a:latin typeface="Arial"/>
                <a:ea typeface="Arial"/>
                <a:cs typeface="Arial"/>
              </a:defRPr>
            </a:lvl4pPr>
            <a:lvl5pPr>
              <a:buNone/>
              <a:defRPr sz="900" b="1">
                <a:solidFill>
                  <a:srgbClr val="5B6758"/>
                </a:solidFill>
                <a:latin typeface="Arial"/>
                <a:ea typeface="Arial"/>
                <a:cs typeface="Arial"/>
              </a:defRPr>
            </a:lvl5pPr>
            <a:lvl6pPr>
              <a:buNone/>
              <a:defRPr sz="900" b="1">
                <a:solidFill>
                  <a:srgbClr val="5B6758"/>
                </a:solidFill>
                <a:latin typeface="Arial"/>
                <a:ea typeface="Arial"/>
                <a:cs typeface="Arial"/>
              </a:defRPr>
            </a:lvl6pPr>
            <a:lvl7pPr>
              <a:buNone/>
              <a:defRPr sz="900" b="1">
                <a:solidFill>
                  <a:srgbClr val="5B6758"/>
                </a:solidFill>
                <a:latin typeface="Arial"/>
                <a:ea typeface="Arial"/>
                <a:cs typeface="Arial"/>
              </a:defRPr>
            </a:lvl7pPr>
            <a:lvl8pPr>
              <a:buNone/>
              <a:defRPr sz="900" b="1">
                <a:solidFill>
                  <a:srgbClr val="5B6758"/>
                </a:solidFill>
                <a:latin typeface="Arial"/>
                <a:ea typeface="Arial"/>
                <a:cs typeface="Arial"/>
              </a:defRPr>
            </a:lvl8pPr>
            <a:lvl9pPr>
              <a:buNone/>
              <a:defRPr sz="900" b="1">
                <a:solidFill>
                  <a:srgbClr val="5B6758"/>
                </a:solidFill>
                <a:latin typeface="Arial"/>
                <a:ea typeface="Arial"/>
                <a:cs typeface="Arial"/>
              </a:defRPr>
            </a:lvl9pPr>
          </a:lstStyle>
          <a:p xmlns:a="http://schemas.openxmlformats.org/drawingml/2006/main">
            <a:pPr>
              <a:buNone/>
              <a:defRPr sz="900" b="1">
                <a:solidFill>
                  <a:srgbClr val="5B6758"/>
                </a:solidFill>
                <a:latin typeface="Arial"/>
                <a:ea typeface="Arial"/>
                <a:cs typeface="Arial"/>
              </a:defRPr>
            </a:pPr>
            <a:r>
              <a:rPr sz="900" b="1">
                <a:solidFill>
                  <a:srgbClr val="5B6758"/>
                </a:solidFill>
                <a:latin typeface="Arial"/>
                <a:ea typeface="Arial"/>
                <a:cs typeface="Arial"/>
              </a:rPr>
              <a:t>NABTA BOTANICAL</a:t>
            </a:r>
          </a:p>
        </p:txBody>
      </p:sp>
      <p:sp>
        <p:nvSpPr>
          <p:cNvPr id="4" name="">
            <a:extLst xmlns:a="http://schemas.openxmlformats.org/drawingml/2006/main">
              <a:ext uri="{FF2B5EF4-FFF2-40B4-BE49-F238E27FC236}">
                <a16:creationId xmlns:a16="http://schemas.microsoft.com/office/drawing/2014/main" id="{3FA769FB-6D34-473E-8DE0-E517F527CFC1}"/>
              </a:ext>
            </a:extLst>
          </p:cNvPr>
          <p:cNvSpPr>
            <a:spLocks xmlns:a="http://schemas.openxmlformats.org/drawingml/2006/main" noGrp="1"/>
          </p:cNvSpPr>
          <p:nvPr/>
        </p:nvSpPr>
        <p:spPr>
          <a:xfrm xmlns:a="http://schemas.openxmlformats.org/drawingml/2006/main">
            <a:off x="9239250" y="6448425"/>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0">
                <a:solidFill>
                  <a:srgbClr val="5B6758"/>
                </a:solidFill>
                <a:latin typeface="Arial"/>
                <a:ea typeface="Arial"/>
                <a:cs typeface="Arial"/>
              </a:defRPr>
            </a:defPPr>
            <a:lvl1pPr>
              <a:buNone/>
              <a:defRPr sz="900" b="0">
                <a:solidFill>
                  <a:srgbClr val="5B6758"/>
                </a:solidFill>
                <a:latin typeface="Arial"/>
                <a:ea typeface="Arial"/>
                <a:cs typeface="Arial"/>
              </a:defRPr>
            </a:lvl1pPr>
            <a:lvl2pPr>
              <a:buNone/>
              <a:defRPr sz="900" b="0">
                <a:solidFill>
                  <a:srgbClr val="5B6758"/>
                </a:solidFill>
                <a:latin typeface="Arial"/>
                <a:ea typeface="Arial"/>
                <a:cs typeface="Arial"/>
              </a:defRPr>
            </a:lvl2pPr>
            <a:lvl3pPr>
              <a:buNone/>
              <a:defRPr sz="900" b="0">
                <a:solidFill>
                  <a:srgbClr val="5B6758"/>
                </a:solidFill>
                <a:latin typeface="Arial"/>
                <a:ea typeface="Arial"/>
                <a:cs typeface="Arial"/>
              </a:defRPr>
            </a:lvl3pPr>
            <a:lvl4pPr>
              <a:buNone/>
              <a:defRPr sz="900" b="0">
                <a:solidFill>
                  <a:srgbClr val="5B6758"/>
                </a:solidFill>
                <a:latin typeface="Arial"/>
                <a:ea typeface="Arial"/>
                <a:cs typeface="Arial"/>
              </a:defRPr>
            </a:lvl4pPr>
            <a:lvl5pPr>
              <a:buNone/>
              <a:defRPr sz="900" b="0">
                <a:solidFill>
                  <a:srgbClr val="5B6758"/>
                </a:solidFill>
                <a:latin typeface="Arial"/>
                <a:ea typeface="Arial"/>
                <a:cs typeface="Arial"/>
              </a:defRPr>
            </a:lvl5pPr>
            <a:lvl6pPr>
              <a:buNone/>
              <a:defRPr sz="900" b="0">
                <a:solidFill>
                  <a:srgbClr val="5B6758"/>
                </a:solidFill>
                <a:latin typeface="Arial"/>
                <a:ea typeface="Arial"/>
                <a:cs typeface="Arial"/>
              </a:defRPr>
            </a:lvl6pPr>
            <a:lvl7pPr>
              <a:buNone/>
              <a:defRPr sz="900" b="0">
                <a:solidFill>
                  <a:srgbClr val="5B6758"/>
                </a:solidFill>
                <a:latin typeface="Arial"/>
                <a:ea typeface="Arial"/>
                <a:cs typeface="Arial"/>
              </a:defRPr>
            </a:lvl7pPr>
            <a:lvl8pPr>
              <a:buNone/>
              <a:defRPr sz="900" b="0">
                <a:solidFill>
                  <a:srgbClr val="5B6758"/>
                </a:solidFill>
                <a:latin typeface="Arial"/>
                <a:ea typeface="Arial"/>
                <a:cs typeface="Arial"/>
              </a:defRPr>
            </a:lvl8pPr>
            <a:lvl9pPr>
              <a:buNone/>
              <a:defRPr sz="900" b="0">
                <a:solidFill>
                  <a:srgbClr val="5B6758"/>
                </a:solidFill>
                <a:latin typeface="Arial"/>
                <a:ea typeface="Arial"/>
                <a:cs typeface="Arial"/>
              </a:defRPr>
            </a:lvl9pPr>
          </a:lstStyle>
          <a:p xmlns:a="http://schemas.openxmlformats.org/drawingml/2006/main">
            <a:pPr>
              <a:buNone/>
              <a:defRPr sz="900" b="0">
                <a:solidFill>
                  <a:srgbClr val="5B6758"/>
                </a:solidFill>
                <a:latin typeface="Arial"/>
                <a:ea typeface="Arial"/>
                <a:cs typeface="Arial"/>
              </a:defRPr>
            </a:pPr>
            <a:r>
              <a:rPr sz="900" b="0">
                <a:solidFill>
                  <a:srgbClr val="5B6758"/>
                </a:solidFill>
                <a:latin typeface="Arial"/>
                <a:ea typeface="Arial"/>
                <a:cs typeface="Arial"/>
              </a:rPr>
              <a:t>13 / 13     9:20–10:00</a:t>
            </a:r>
          </a:p>
        </p:txBody>
      </p:sp>
      <p:sp>
        <p:nvSpPr>
          <p:cNvPr id="5" name="">
            <a:extLst xmlns:a="http://schemas.openxmlformats.org/drawingml/2006/main">
              <a:ext uri="{FF2B5EF4-FFF2-40B4-BE49-F238E27FC236}">
                <a16:creationId xmlns:a16="http://schemas.microsoft.com/office/drawing/2014/main" id="{6F832E4A-E4F8-4E50-822F-CB72A46E3A72}"/>
              </a:ext>
            </a:extLst>
          </p:cNvPr>
          <p:cNvSpPr>
            <a:spLocks xmlns:a="http://schemas.openxmlformats.org/drawingml/2006/main" noGrp="1"/>
          </p:cNvSpPr>
          <p:nvPr/>
        </p:nvSpPr>
        <p:spPr>
          <a:xfrm xmlns:a="http://schemas.openxmlformats.org/drawingml/2006/main">
            <a:off x="533400" y="1619250"/>
            <a:ext cx="619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84E3C"/>
                </a:solidFill>
                <a:latin typeface="Arial"/>
                <a:ea typeface="Arial"/>
                <a:cs typeface="Arial"/>
              </a:defRPr>
            </a:defPPr>
            <a:lvl1pPr>
              <a:buNone/>
              <a:defRPr sz="1725" b="1">
                <a:solidFill>
                  <a:srgbClr val="284E3C"/>
                </a:solidFill>
                <a:latin typeface="Arial"/>
                <a:ea typeface="Arial"/>
                <a:cs typeface="Arial"/>
              </a:defRPr>
            </a:lvl1pPr>
            <a:lvl2pPr>
              <a:buNone/>
              <a:defRPr sz="1725" b="1">
                <a:solidFill>
                  <a:srgbClr val="284E3C"/>
                </a:solidFill>
                <a:latin typeface="Arial"/>
                <a:ea typeface="Arial"/>
                <a:cs typeface="Arial"/>
              </a:defRPr>
            </a:lvl2pPr>
            <a:lvl3pPr>
              <a:buNone/>
              <a:defRPr sz="1725" b="1">
                <a:solidFill>
                  <a:srgbClr val="284E3C"/>
                </a:solidFill>
                <a:latin typeface="Arial"/>
                <a:ea typeface="Arial"/>
                <a:cs typeface="Arial"/>
              </a:defRPr>
            </a:lvl3pPr>
            <a:lvl4pPr>
              <a:buNone/>
              <a:defRPr sz="1725" b="1">
                <a:solidFill>
                  <a:srgbClr val="284E3C"/>
                </a:solidFill>
                <a:latin typeface="Arial"/>
                <a:ea typeface="Arial"/>
                <a:cs typeface="Arial"/>
              </a:defRPr>
            </a:lvl4pPr>
            <a:lvl5pPr>
              <a:buNone/>
              <a:defRPr sz="1725" b="1">
                <a:solidFill>
                  <a:srgbClr val="284E3C"/>
                </a:solidFill>
                <a:latin typeface="Arial"/>
                <a:ea typeface="Arial"/>
                <a:cs typeface="Arial"/>
              </a:defRPr>
            </a:lvl5pPr>
            <a:lvl6pPr>
              <a:buNone/>
              <a:defRPr sz="1725" b="1">
                <a:solidFill>
                  <a:srgbClr val="284E3C"/>
                </a:solidFill>
                <a:latin typeface="Arial"/>
                <a:ea typeface="Arial"/>
                <a:cs typeface="Arial"/>
              </a:defRPr>
            </a:lvl6pPr>
            <a:lvl7pPr>
              <a:buNone/>
              <a:defRPr sz="1725" b="1">
                <a:solidFill>
                  <a:srgbClr val="284E3C"/>
                </a:solidFill>
                <a:latin typeface="Arial"/>
                <a:ea typeface="Arial"/>
                <a:cs typeface="Arial"/>
              </a:defRPr>
            </a:lvl7pPr>
            <a:lvl8pPr>
              <a:buNone/>
              <a:defRPr sz="1725" b="1">
                <a:solidFill>
                  <a:srgbClr val="284E3C"/>
                </a:solidFill>
                <a:latin typeface="Arial"/>
                <a:ea typeface="Arial"/>
                <a:cs typeface="Arial"/>
              </a:defRPr>
            </a:lvl8pPr>
            <a:lvl9pPr>
              <a:buNone/>
              <a:defRPr sz="1725" b="1">
                <a:solidFill>
                  <a:srgbClr val="284E3C"/>
                </a:solidFill>
                <a:latin typeface="Arial"/>
                <a:ea typeface="Arial"/>
                <a:cs typeface="Arial"/>
              </a:defRPr>
            </a:lvl9pPr>
          </a:lstStyle>
          <a:p xmlns:a="http://schemas.openxmlformats.org/drawingml/2006/main">
            <a:pPr>
              <a:buNone/>
              <a:defRPr sz="1725" b="1">
                <a:solidFill>
                  <a:srgbClr val="284E3C"/>
                </a:solidFill>
                <a:latin typeface="Arial"/>
                <a:ea typeface="Arial"/>
                <a:cs typeface="Arial"/>
              </a:defRPr>
            </a:pPr>
            <a:r>
              <a:rPr sz="1725" b="1">
                <a:solidFill>
                  <a:srgbClr val="284E3C"/>
                </a:solidFill>
                <a:latin typeface="Arial"/>
                <a:ea typeface="Arial"/>
                <a:cs typeface="Arial"/>
              </a:rPr>
              <a:t>Interface</a:t>
            </a:r>
          </a:p>
        </p:txBody>
      </p:sp>
      <p:sp>
        <p:nvSpPr>
          <p:cNvPr id="6" name="">
            <a:extLst xmlns:a="http://schemas.openxmlformats.org/drawingml/2006/main">
              <a:ext uri="{FF2B5EF4-FFF2-40B4-BE49-F238E27FC236}">
                <a16:creationId xmlns:a16="http://schemas.microsoft.com/office/drawing/2014/main" id="{81DDABBE-F986-4C38-BD8F-BB152B4DEEFB}"/>
              </a:ext>
            </a:extLst>
          </p:cNvPr>
          <p:cNvSpPr>
            <a:spLocks xmlns:a="http://schemas.openxmlformats.org/drawingml/2006/main" noGrp="1"/>
          </p:cNvSpPr>
          <p:nvPr/>
        </p:nvSpPr>
        <p:spPr>
          <a:xfrm xmlns:a="http://schemas.openxmlformats.org/drawingml/2006/main">
            <a:off x="533400" y="2000250"/>
            <a:ext cx="619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B6758"/>
                </a:solidFill>
                <a:latin typeface="Arial"/>
                <a:ea typeface="Arial"/>
                <a:cs typeface="Arial"/>
              </a:defRPr>
            </a:defPPr>
            <a:lvl1pPr>
              <a:buNone/>
              <a:defRPr sz="1650" b="0">
                <a:solidFill>
                  <a:srgbClr val="5B6758"/>
                </a:solidFill>
                <a:latin typeface="Arial"/>
                <a:ea typeface="Arial"/>
                <a:cs typeface="Arial"/>
              </a:defRPr>
            </a:lvl1pPr>
            <a:lvl2pPr>
              <a:buNone/>
              <a:defRPr sz="1650" b="0">
                <a:solidFill>
                  <a:srgbClr val="5B6758"/>
                </a:solidFill>
                <a:latin typeface="Arial"/>
                <a:ea typeface="Arial"/>
                <a:cs typeface="Arial"/>
              </a:defRPr>
            </a:lvl2pPr>
            <a:lvl3pPr>
              <a:buNone/>
              <a:defRPr sz="1650" b="0">
                <a:solidFill>
                  <a:srgbClr val="5B6758"/>
                </a:solidFill>
                <a:latin typeface="Arial"/>
                <a:ea typeface="Arial"/>
                <a:cs typeface="Arial"/>
              </a:defRPr>
            </a:lvl3pPr>
            <a:lvl4pPr>
              <a:buNone/>
              <a:defRPr sz="1650" b="0">
                <a:solidFill>
                  <a:srgbClr val="5B6758"/>
                </a:solidFill>
                <a:latin typeface="Arial"/>
                <a:ea typeface="Arial"/>
                <a:cs typeface="Arial"/>
              </a:defRPr>
            </a:lvl4pPr>
            <a:lvl5pPr>
              <a:buNone/>
              <a:defRPr sz="1650" b="0">
                <a:solidFill>
                  <a:srgbClr val="5B6758"/>
                </a:solidFill>
                <a:latin typeface="Arial"/>
                <a:ea typeface="Arial"/>
                <a:cs typeface="Arial"/>
              </a:defRPr>
            </a:lvl5pPr>
            <a:lvl6pPr>
              <a:buNone/>
              <a:defRPr sz="1650" b="0">
                <a:solidFill>
                  <a:srgbClr val="5B6758"/>
                </a:solidFill>
                <a:latin typeface="Arial"/>
                <a:ea typeface="Arial"/>
                <a:cs typeface="Arial"/>
              </a:defRPr>
            </a:lvl6pPr>
            <a:lvl7pPr>
              <a:buNone/>
              <a:defRPr sz="1650" b="0">
                <a:solidFill>
                  <a:srgbClr val="5B6758"/>
                </a:solidFill>
                <a:latin typeface="Arial"/>
                <a:ea typeface="Arial"/>
                <a:cs typeface="Arial"/>
              </a:defRPr>
            </a:lvl7pPr>
            <a:lvl8pPr>
              <a:buNone/>
              <a:defRPr sz="1650" b="0">
                <a:solidFill>
                  <a:srgbClr val="5B6758"/>
                </a:solidFill>
                <a:latin typeface="Arial"/>
                <a:ea typeface="Arial"/>
                <a:cs typeface="Arial"/>
              </a:defRPr>
            </a:lvl8pPr>
            <a:lvl9pPr>
              <a:buNone/>
              <a:defRPr sz="1650" b="0">
                <a:solidFill>
                  <a:srgbClr val="5B6758"/>
                </a:solidFill>
                <a:latin typeface="Arial"/>
                <a:ea typeface="Arial"/>
                <a:cs typeface="Arial"/>
              </a:defRPr>
            </a:lvl9pPr>
          </a:lstStyle>
          <a:p xmlns:a="http://schemas.openxmlformats.org/drawingml/2006/main">
            <a:pPr>
              <a:buNone/>
              <a:defRPr sz="1650" b="0">
                <a:solidFill>
                  <a:srgbClr val="5B6758"/>
                </a:solidFill>
                <a:latin typeface="Arial"/>
                <a:ea typeface="Arial"/>
                <a:cs typeface="Arial"/>
              </a:defRPr>
            </a:pPr>
            <a:r>
              <a:rPr sz="1650" b="0">
                <a:solidFill>
                  <a:srgbClr val="5B6758"/>
                </a:solidFill>
                <a:latin typeface="Arial"/>
                <a:ea typeface="Arial"/>
                <a:cs typeface="Arial"/>
              </a:rPr>
              <a:t>HTML, CSS and JavaScript</a:t>
            </a:r>
          </a:p>
        </p:txBody>
      </p:sp>
      <p:sp>
        <p:nvSpPr>
          <p:cNvPr id="7" name="">
            <a:extLst xmlns:a="http://schemas.openxmlformats.org/drawingml/2006/main">
              <a:ext uri="{FF2B5EF4-FFF2-40B4-BE49-F238E27FC236}">
                <a16:creationId xmlns:a16="http://schemas.microsoft.com/office/drawing/2014/main" id="{0E0CE38C-7802-4EEE-AC10-C1395519D857}"/>
              </a:ext>
            </a:extLst>
          </p:cNvPr>
          <p:cNvSpPr>
            <a:spLocks xmlns:a="http://schemas.openxmlformats.org/drawingml/2006/main" noGrp="1"/>
          </p:cNvSpPr>
          <p:nvPr/>
        </p:nvSpPr>
        <p:spPr>
          <a:xfrm xmlns:a="http://schemas.openxmlformats.org/drawingml/2006/main">
            <a:off x="533400" y="2476500"/>
            <a:ext cx="6191250" cy="9525"/>
          </a:xfrm>
          <a:prstGeom xmlns:a="http://schemas.openxmlformats.org/drawingml/2006/main" prst="rect">
            <a:avLst/>
          </a:prstGeom>
          <a:solidFill xmlns:a="http://schemas.openxmlformats.org/drawingml/2006/main">
            <a:srgbClr val="BBC8B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A592C9F-6444-4BC1-A1DA-1AA0EC1BF0F4}"/>
              </a:ext>
            </a:extLst>
          </p:cNvPr>
          <p:cNvSpPr>
            <a:spLocks xmlns:a="http://schemas.openxmlformats.org/drawingml/2006/main" noGrp="1"/>
          </p:cNvSpPr>
          <p:nvPr/>
        </p:nvSpPr>
        <p:spPr>
          <a:xfrm xmlns:a="http://schemas.openxmlformats.org/drawingml/2006/main">
            <a:off x="533400" y="2695575"/>
            <a:ext cx="619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84E3C"/>
                </a:solidFill>
                <a:latin typeface="Arial"/>
                <a:ea typeface="Arial"/>
                <a:cs typeface="Arial"/>
              </a:defRPr>
            </a:defPPr>
            <a:lvl1pPr>
              <a:buNone/>
              <a:defRPr sz="1725" b="1">
                <a:solidFill>
                  <a:srgbClr val="284E3C"/>
                </a:solidFill>
                <a:latin typeface="Arial"/>
                <a:ea typeface="Arial"/>
                <a:cs typeface="Arial"/>
              </a:defRPr>
            </a:lvl1pPr>
            <a:lvl2pPr>
              <a:buNone/>
              <a:defRPr sz="1725" b="1">
                <a:solidFill>
                  <a:srgbClr val="284E3C"/>
                </a:solidFill>
                <a:latin typeface="Arial"/>
                <a:ea typeface="Arial"/>
                <a:cs typeface="Arial"/>
              </a:defRPr>
            </a:lvl2pPr>
            <a:lvl3pPr>
              <a:buNone/>
              <a:defRPr sz="1725" b="1">
                <a:solidFill>
                  <a:srgbClr val="284E3C"/>
                </a:solidFill>
                <a:latin typeface="Arial"/>
                <a:ea typeface="Arial"/>
                <a:cs typeface="Arial"/>
              </a:defRPr>
            </a:lvl3pPr>
            <a:lvl4pPr>
              <a:buNone/>
              <a:defRPr sz="1725" b="1">
                <a:solidFill>
                  <a:srgbClr val="284E3C"/>
                </a:solidFill>
                <a:latin typeface="Arial"/>
                <a:ea typeface="Arial"/>
                <a:cs typeface="Arial"/>
              </a:defRPr>
            </a:lvl4pPr>
            <a:lvl5pPr>
              <a:buNone/>
              <a:defRPr sz="1725" b="1">
                <a:solidFill>
                  <a:srgbClr val="284E3C"/>
                </a:solidFill>
                <a:latin typeface="Arial"/>
                <a:ea typeface="Arial"/>
                <a:cs typeface="Arial"/>
              </a:defRPr>
            </a:lvl5pPr>
            <a:lvl6pPr>
              <a:buNone/>
              <a:defRPr sz="1725" b="1">
                <a:solidFill>
                  <a:srgbClr val="284E3C"/>
                </a:solidFill>
                <a:latin typeface="Arial"/>
                <a:ea typeface="Arial"/>
                <a:cs typeface="Arial"/>
              </a:defRPr>
            </a:lvl6pPr>
            <a:lvl7pPr>
              <a:buNone/>
              <a:defRPr sz="1725" b="1">
                <a:solidFill>
                  <a:srgbClr val="284E3C"/>
                </a:solidFill>
                <a:latin typeface="Arial"/>
                <a:ea typeface="Arial"/>
                <a:cs typeface="Arial"/>
              </a:defRPr>
            </a:lvl7pPr>
            <a:lvl8pPr>
              <a:buNone/>
              <a:defRPr sz="1725" b="1">
                <a:solidFill>
                  <a:srgbClr val="284E3C"/>
                </a:solidFill>
                <a:latin typeface="Arial"/>
                <a:ea typeface="Arial"/>
                <a:cs typeface="Arial"/>
              </a:defRPr>
            </a:lvl8pPr>
            <a:lvl9pPr>
              <a:buNone/>
              <a:defRPr sz="1725" b="1">
                <a:solidFill>
                  <a:srgbClr val="284E3C"/>
                </a:solidFill>
                <a:latin typeface="Arial"/>
                <a:ea typeface="Arial"/>
                <a:cs typeface="Arial"/>
              </a:defRPr>
            </a:lvl9pPr>
          </a:lstStyle>
          <a:p xmlns:a="http://schemas.openxmlformats.org/drawingml/2006/main">
            <a:pPr>
              <a:buNone/>
              <a:defRPr sz="1725" b="1">
                <a:solidFill>
                  <a:srgbClr val="284E3C"/>
                </a:solidFill>
                <a:latin typeface="Arial"/>
                <a:ea typeface="Arial"/>
                <a:cs typeface="Arial"/>
              </a:defRPr>
            </a:pPr>
            <a:r>
              <a:rPr sz="1725" b="1">
                <a:solidFill>
                  <a:srgbClr val="284E3C"/>
                </a:solidFill>
                <a:latin typeface="Arial"/>
                <a:ea typeface="Arial"/>
                <a:cs typeface="Arial"/>
              </a:rPr>
              <a:t>Application</a:t>
            </a:r>
          </a:p>
        </p:txBody>
      </p:sp>
      <p:sp>
        <p:nvSpPr>
          <p:cNvPr id="9" name="">
            <a:extLst xmlns:a="http://schemas.openxmlformats.org/drawingml/2006/main">
              <a:ext uri="{FF2B5EF4-FFF2-40B4-BE49-F238E27FC236}">
                <a16:creationId xmlns:a16="http://schemas.microsoft.com/office/drawing/2014/main" id="{91265D3E-0C8B-4DDA-9E4D-CBDB6B3C1B5B}"/>
              </a:ext>
            </a:extLst>
          </p:cNvPr>
          <p:cNvSpPr>
            <a:spLocks xmlns:a="http://schemas.openxmlformats.org/drawingml/2006/main" noGrp="1"/>
          </p:cNvSpPr>
          <p:nvPr/>
        </p:nvSpPr>
        <p:spPr>
          <a:xfrm xmlns:a="http://schemas.openxmlformats.org/drawingml/2006/main">
            <a:off x="533400" y="3076575"/>
            <a:ext cx="619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B6758"/>
                </a:solidFill>
                <a:latin typeface="Arial"/>
                <a:ea typeface="Arial"/>
                <a:cs typeface="Arial"/>
              </a:defRPr>
            </a:defPPr>
            <a:lvl1pPr>
              <a:buNone/>
              <a:defRPr sz="1650" b="0">
                <a:solidFill>
                  <a:srgbClr val="5B6758"/>
                </a:solidFill>
                <a:latin typeface="Arial"/>
                <a:ea typeface="Arial"/>
                <a:cs typeface="Arial"/>
              </a:defRPr>
            </a:lvl1pPr>
            <a:lvl2pPr>
              <a:buNone/>
              <a:defRPr sz="1650" b="0">
                <a:solidFill>
                  <a:srgbClr val="5B6758"/>
                </a:solidFill>
                <a:latin typeface="Arial"/>
                <a:ea typeface="Arial"/>
                <a:cs typeface="Arial"/>
              </a:defRPr>
            </a:lvl2pPr>
            <a:lvl3pPr>
              <a:buNone/>
              <a:defRPr sz="1650" b="0">
                <a:solidFill>
                  <a:srgbClr val="5B6758"/>
                </a:solidFill>
                <a:latin typeface="Arial"/>
                <a:ea typeface="Arial"/>
                <a:cs typeface="Arial"/>
              </a:defRPr>
            </a:lvl3pPr>
            <a:lvl4pPr>
              <a:buNone/>
              <a:defRPr sz="1650" b="0">
                <a:solidFill>
                  <a:srgbClr val="5B6758"/>
                </a:solidFill>
                <a:latin typeface="Arial"/>
                <a:ea typeface="Arial"/>
                <a:cs typeface="Arial"/>
              </a:defRPr>
            </a:lvl4pPr>
            <a:lvl5pPr>
              <a:buNone/>
              <a:defRPr sz="1650" b="0">
                <a:solidFill>
                  <a:srgbClr val="5B6758"/>
                </a:solidFill>
                <a:latin typeface="Arial"/>
                <a:ea typeface="Arial"/>
                <a:cs typeface="Arial"/>
              </a:defRPr>
            </a:lvl5pPr>
            <a:lvl6pPr>
              <a:buNone/>
              <a:defRPr sz="1650" b="0">
                <a:solidFill>
                  <a:srgbClr val="5B6758"/>
                </a:solidFill>
                <a:latin typeface="Arial"/>
                <a:ea typeface="Arial"/>
                <a:cs typeface="Arial"/>
              </a:defRPr>
            </a:lvl6pPr>
            <a:lvl7pPr>
              <a:buNone/>
              <a:defRPr sz="1650" b="0">
                <a:solidFill>
                  <a:srgbClr val="5B6758"/>
                </a:solidFill>
                <a:latin typeface="Arial"/>
                <a:ea typeface="Arial"/>
                <a:cs typeface="Arial"/>
              </a:defRPr>
            </a:lvl7pPr>
            <a:lvl8pPr>
              <a:buNone/>
              <a:defRPr sz="1650" b="0">
                <a:solidFill>
                  <a:srgbClr val="5B6758"/>
                </a:solidFill>
                <a:latin typeface="Arial"/>
                <a:ea typeface="Arial"/>
                <a:cs typeface="Arial"/>
              </a:defRPr>
            </a:lvl8pPr>
            <a:lvl9pPr>
              <a:buNone/>
              <a:defRPr sz="1650" b="0">
                <a:solidFill>
                  <a:srgbClr val="5B6758"/>
                </a:solidFill>
                <a:latin typeface="Arial"/>
                <a:ea typeface="Arial"/>
                <a:cs typeface="Arial"/>
              </a:defRPr>
            </a:lvl9pPr>
          </a:lstStyle>
          <a:p xmlns:a="http://schemas.openxmlformats.org/drawingml/2006/main">
            <a:pPr>
              <a:buNone/>
              <a:defRPr sz="1650" b="0">
                <a:solidFill>
                  <a:srgbClr val="5B6758"/>
                </a:solidFill>
                <a:latin typeface="Arial"/>
                <a:ea typeface="Arial"/>
                <a:cs typeface="Arial"/>
              </a:defRPr>
            </a:pPr>
            <a:r>
              <a:rPr sz="1650" b="0">
                <a:solidFill>
                  <a:srgbClr val="5B6758"/>
                </a:solidFill>
                <a:latin typeface="Arial"/>
                <a:ea typeface="Arial"/>
                <a:cs typeface="Arial"/>
              </a:rPr>
              <a:t>PHP controllers and models</a:t>
            </a:r>
          </a:p>
        </p:txBody>
      </p:sp>
      <p:sp>
        <p:nvSpPr>
          <p:cNvPr id="10" name="">
            <a:extLst xmlns:a="http://schemas.openxmlformats.org/drawingml/2006/main">
              <a:ext uri="{FF2B5EF4-FFF2-40B4-BE49-F238E27FC236}">
                <a16:creationId xmlns:a16="http://schemas.microsoft.com/office/drawing/2014/main" id="{89B1A6BA-CBD1-416D-9911-C78F03FCD2E2}"/>
              </a:ext>
            </a:extLst>
          </p:cNvPr>
          <p:cNvSpPr>
            <a:spLocks xmlns:a="http://schemas.openxmlformats.org/drawingml/2006/main" noGrp="1"/>
          </p:cNvSpPr>
          <p:nvPr/>
        </p:nvSpPr>
        <p:spPr>
          <a:xfrm xmlns:a="http://schemas.openxmlformats.org/drawingml/2006/main">
            <a:off x="533400" y="3552825"/>
            <a:ext cx="6191250" cy="9525"/>
          </a:xfrm>
          <a:prstGeom xmlns:a="http://schemas.openxmlformats.org/drawingml/2006/main" prst="rect">
            <a:avLst/>
          </a:prstGeom>
          <a:solidFill xmlns:a="http://schemas.openxmlformats.org/drawingml/2006/main">
            <a:srgbClr val="BBC8B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7813444-B8F3-47EF-96FC-07168DC0F869}"/>
              </a:ext>
            </a:extLst>
          </p:cNvPr>
          <p:cNvSpPr>
            <a:spLocks xmlns:a="http://schemas.openxmlformats.org/drawingml/2006/main" noGrp="1"/>
          </p:cNvSpPr>
          <p:nvPr/>
        </p:nvSpPr>
        <p:spPr>
          <a:xfrm xmlns:a="http://schemas.openxmlformats.org/drawingml/2006/main">
            <a:off x="533400" y="3771900"/>
            <a:ext cx="619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84E3C"/>
                </a:solidFill>
                <a:latin typeface="Arial"/>
                <a:ea typeface="Arial"/>
                <a:cs typeface="Arial"/>
              </a:defRPr>
            </a:defPPr>
            <a:lvl1pPr>
              <a:buNone/>
              <a:defRPr sz="1725" b="1">
                <a:solidFill>
                  <a:srgbClr val="284E3C"/>
                </a:solidFill>
                <a:latin typeface="Arial"/>
                <a:ea typeface="Arial"/>
                <a:cs typeface="Arial"/>
              </a:defRPr>
            </a:lvl1pPr>
            <a:lvl2pPr>
              <a:buNone/>
              <a:defRPr sz="1725" b="1">
                <a:solidFill>
                  <a:srgbClr val="284E3C"/>
                </a:solidFill>
                <a:latin typeface="Arial"/>
                <a:ea typeface="Arial"/>
                <a:cs typeface="Arial"/>
              </a:defRPr>
            </a:lvl2pPr>
            <a:lvl3pPr>
              <a:buNone/>
              <a:defRPr sz="1725" b="1">
                <a:solidFill>
                  <a:srgbClr val="284E3C"/>
                </a:solidFill>
                <a:latin typeface="Arial"/>
                <a:ea typeface="Arial"/>
                <a:cs typeface="Arial"/>
              </a:defRPr>
            </a:lvl3pPr>
            <a:lvl4pPr>
              <a:buNone/>
              <a:defRPr sz="1725" b="1">
                <a:solidFill>
                  <a:srgbClr val="284E3C"/>
                </a:solidFill>
                <a:latin typeface="Arial"/>
                <a:ea typeface="Arial"/>
                <a:cs typeface="Arial"/>
              </a:defRPr>
            </a:lvl4pPr>
            <a:lvl5pPr>
              <a:buNone/>
              <a:defRPr sz="1725" b="1">
                <a:solidFill>
                  <a:srgbClr val="284E3C"/>
                </a:solidFill>
                <a:latin typeface="Arial"/>
                <a:ea typeface="Arial"/>
                <a:cs typeface="Arial"/>
              </a:defRPr>
            </a:lvl5pPr>
            <a:lvl6pPr>
              <a:buNone/>
              <a:defRPr sz="1725" b="1">
                <a:solidFill>
                  <a:srgbClr val="284E3C"/>
                </a:solidFill>
                <a:latin typeface="Arial"/>
                <a:ea typeface="Arial"/>
                <a:cs typeface="Arial"/>
              </a:defRPr>
            </a:lvl6pPr>
            <a:lvl7pPr>
              <a:buNone/>
              <a:defRPr sz="1725" b="1">
                <a:solidFill>
                  <a:srgbClr val="284E3C"/>
                </a:solidFill>
                <a:latin typeface="Arial"/>
                <a:ea typeface="Arial"/>
                <a:cs typeface="Arial"/>
              </a:defRPr>
            </a:lvl7pPr>
            <a:lvl8pPr>
              <a:buNone/>
              <a:defRPr sz="1725" b="1">
                <a:solidFill>
                  <a:srgbClr val="284E3C"/>
                </a:solidFill>
                <a:latin typeface="Arial"/>
                <a:ea typeface="Arial"/>
                <a:cs typeface="Arial"/>
              </a:defRPr>
            </a:lvl8pPr>
            <a:lvl9pPr>
              <a:buNone/>
              <a:defRPr sz="1725" b="1">
                <a:solidFill>
                  <a:srgbClr val="284E3C"/>
                </a:solidFill>
                <a:latin typeface="Arial"/>
                <a:ea typeface="Arial"/>
                <a:cs typeface="Arial"/>
              </a:defRPr>
            </a:lvl9pPr>
          </a:lstStyle>
          <a:p xmlns:a="http://schemas.openxmlformats.org/drawingml/2006/main">
            <a:pPr>
              <a:buNone/>
              <a:defRPr sz="1725" b="1">
                <a:solidFill>
                  <a:srgbClr val="284E3C"/>
                </a:solidFill>
                <a:latin typeface="Arial"/>
                <a:ea typeface="Arial"/>
                <a:cs typeface="Arial"/>
              </a:defRPr>
            </a:pPr>
            <a:r>
              <a:rPr sz="1725" b="1">
                <a:solidFill>
                  <a:srgbClr val="284E3C"/>
                </a:solidFill>
                <a:latin typeface="Arial"/>
                <a:ea typeface="Arial"/>
                <a:cs typeface="Arial"/>
              </a:rPr>
              <a:t>Storage and services</a:t>
            </a:r>
          </a:p>
        </p:txBody>
      </p:sp>
      <p:sp>
        <p:nvSpPr>
          <p:cNvPr id="12" name="">
            <a:extLst xmlns:a="http://schemas.openxmlformats.org/drawingml/2006/main">
              <a:ext uri="{FF2B5EF4-FFF2-40B4-BE49-F238E27FC236}">
                <a16:creationId xmlns:a16="http://schemas.microsoft.com/office/drawing/2014/main" id="{A5D40AD8-65FC-4EFA-9159-1E41085559BD}"/>
              </a:ext>
            </a:extLst>
          </p:cNvPr>
          <p:cNvSpPr>
            <a:spLocks xmlns:a="http://schemas.openxmlformats.org/drawingml/2006/main" noGrp="1"/>
          </p:cNvSpPr>
          <p:nvPr/>
        </p:nvSpPr>
        <p:spPr>
          <a:xfrm xmlns:a="http://schemas.openxmlformats.org/drawingml/2006/main">
            <a:off x="533400" y="4152900"/>
            <a:ext cx="619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B6758"/>
                </a:solidFill>
                <a:latin typeface="Arial"/>
                <a:ea typeface="Arial"/>
                <a:cs typeface="Arial"/>
              </a:defRPr>
            </a:defPPr>
            <a:lvl1pPr>
              <a:buNone/>
              <a:defRPr sz="1650" b="0">
                <a:solidFill>
                  <a:srgbClr val="5B6758"/>
                </a:solidFill>
                <a:latin typeface="Arial"/>
                <a:ea typeface="Arial"/>
                <a:cs typeface="Arial"/>
              </a:defRPr>
            </a:lvl1pPr>
            <a:lvl2pPr>
              <a:buNone/>
              <a:defRPr sz="1650" b="0">
                <a:solidFill>
                  <a:srgbClr val="5B6758"/>
                </a:solidFill>
                <a:latin typeface="Arial"/>
                <a:ea typeface="Arial"/>
                <a:cs typeface="Arial"/>
              </a:defRPr>
            </a:lvl2pPr>
            <a:lvl3pPr>
              <a:buNone/>
              <a:defRPr sz="1650" b="0">
                <a:solidFill>
                  <a:srgbClr val="5B6758"/>
                </a:solidFill>
                <a:latin typeface="Arial"/>
                <a:ea typeface="Arial"/>
                <a:cs typeface="Arial"/>
              </a:defRPr>
            </a:lvl3pPr>
            <a:lvl4pPr>
              <a:buNone/>
              <a:defRPr sz="1650" b="0">
                <a:solidFill>
                  <a:srgbClr val="5B6758"/>
                </a:solidFill>
                <a:latin typeface="Arial"/>
                <a:ea typeface="Arial"/>
                <a:cs typeface="Arial"/>
              </a:defRPr>
            </a:lvl4pPr>
            <a:lvl5pPr>
              <a:buNone/>
              <a:defRPr sz="1650" b="0">
                <a:solidFill>
                  <a:srgbClr val="5B6758"/>
                </a:solidFill>
                <a:latin typeface="Arial"/>
                <a:ea typeface="Arial"/>
                <a:cs typeface="Arial"/>
              </a:defRPr>
            </a:lvl5pPr>
            <a:lvl6pPr>
              <a:buNone/>
              <a:defRPr sz="1650" b="0">
                <a:solidFill>
                  <a:srgbClr val="5B6758"/>
                </a:solidFill>
                <a:latin typeface="Arial"/>
                <a:ea typeface="Arial"/>
                <a:cs typeface="Arial"/>
              </a:defRPr>
            </a:lvl6pPr>
            <a:lvl7pPr>
              <a:buNone/>
              <a:defRPr sz="1650" b="0">
                <a:solidFill>
                  <a:srgbClr val="5B6758"/>
                </a:solidFill>
                <a:latin typeface="Arial"/>
                <a:ea typeface="Arial"/>
                <a:cs typeface="Arial"/>
              </a:defRPr>
            </a:lvl7pPr>
            <a:lvl8pPr>
              <a:buNone/>
              <a:defRPr sz="1650" b="0">
                <a:solidFill>
                  <a:srgbClr val="5B6758"/>
                </a:solidFill>
                <a:latin typeface="Arial"/>
                <a:ea typeface="Arial"/>
                <a:cs typeface="Arial"/>
              </a:defRPr>
            </a:lvl8pPr>
            <a:lvl9pPr>
              <a:buNone/>
              <a:defRPr sz="1650" b="0">
                <a:solidFill>
                  <a:srgbClr val="5B6758"/>
                </a:solidFill>
                <a:latin typeface="Arial"/>
                <a:ea typeface="Arial"/>
                <a:cs typeface="Arial"/>
              </a:defRPr>
            </a:lvl9pPr>
          </a:lstStyle>
          <a:p xmlns:a="http://schemas.openxmlformats.org/drawingml/2006/main">
            <a:pPr>
              <a:buNone/>
              <a:defRPr sz="1650" b="0">
                <a:solidFill>
                  <a:srgbClr val="5B6758"/>
                </a:solidFill>
                <a:latin typeface="Arial"/>
                <a:ea typeface="Arial"/>
                <a:cs typeface="Arial"/>
              </a:defRPr>
            </a:pPr>
            <a:r>
              <a:rPr sz="1650" b="0">
                <a:solidFill>
                  <a:srgbClr val="5B6758"/>
                </a:solidFill>
                <a:latin typeface="Arial"/>
                <a:ea typeface="Arial"/>
                <a:cs typeface="Arial"/>
              </a:rPr>
              <a:t>MySQL / PDO, Cloudinary and Gemini</a:t>
            </a:r>
          </a:p>
        </p:txBody>
      </p:sp>
      <p:sp>
        <p:nvSpPr>
          <p:cNvPr id="13" name="">
            <a:extLst xmlns:a="http://schemas.openxmlformats.org/drawingml/2006/main">
              <a:ext uri="{FF2B5EF4-FFF2-40B4-BE49-F238E27FC236}">
                <a16:creationId xmlns:a16="http://schemas.microsoft.com/office/drawing/2014/main" id="{6A39E182-9760-4F29-A924-7A65B4428B54}"/>
              </a:ext>
            </a:extLst>
          </p:cNvPr>
          <p:cNvSpPr>
            <a:spLocks xmlns:a="http://schemas.openxmlformats.org/drawingml/2006/main" noGrp="1"/>
          </p:cNvSpPr>
          <p:nvPr/>
        </p:nvSpPr>
        <p:spPr>
          <a:xfrm xmlns:a="http://schemas.openxmlformats.org/drawingml/2006/main">
            <a:off x="533400" y="4629150"/>
            <a:ext cx="6191250" cy="9525"/>
          </a:xfrm>
          <a:prstGeom xmlns:a="http://schemas.openxmlformats.org/drawingml/2006/main" prst="rect">
            <a:avLst/>
          </a:prstGeom>
          <a:solidFill xmlns:a="http://schemas.openxmlformats.org/drawingml/2006/main">
            <a:srgbClr val="BBC8B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71E6C97-D498-442D-BA89-86F82842339F}"/>
              </a:ext>
            </a:extLst>
          </p:cNvPr>
          <p:cNvSpPr>
            <a:spLocks xmlns:a="http://schemas.openxmlformats.org/drawingml/2006/main" noGrp="1"/>
          </p:cNvSpPr>
          <p:nvPr/>
        </p:nvSpPr>
        <p:spPr>
          <a:xfrm xmlns:a="http://schemas.openxmlformats.org/drawingml/2006/main">
            <a:off x="533400" y="5019675"/>
            <a:ext cx="666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1">
                <a:solidFill>
                  <a:srgbClr val="284E3C"/>
                </a:solidFill>
                <a:latin typeface="Arial"/>
                <a:ea typeface="Arial"/>
                <a:cs typeface="Arial"/>
              </a:defRPr>
            </a:defPPr>
            <a:lvl1pPr>
              <a:buNone/>
              <a:defRPr sz="1500" b="1">
                <a:solidFill>
                  <a:srgbClr val="284E3C"/>
                </a:solidFill>
                <a:latin typeface="Arial"/>
                <a:ea typeface="Arial"/>
                <a:cs typeface="Arial"/>
              </a:defRPr>
            </a:lvl1pPr>
            <a:lvl2pPr>
              <a:buNone/>
              <a:defRPr sz="1500" b="1">
                <a:solidFill>
                  <a:srgbClr val="284E3C"/>
                </a:solidFill>
                <a:latin typeface="Arial"/>
                <a:ea typeface="Arial"/>
                <a:cs typeface="Arial"/>
              </a:defRPr>
            </a:lvl2pPr>
            <a:lvl3pPr>
              <a:buNone/>
              <a:defRPr sz="1500" b="1">
                <a:solidFill>
                  <a:srgbClr val="284E3C"/>
                </a:solidFill>
                <a:latin typeface="Arial"/>
                <a:ea typeface="Arial"/>
                <a:cs typeface="Arial"/>
              </a:defRPr>
            </a:lvl3pPr>
            <a:lvl4pPr>
              <a:buNone/>
              <a:defRPr sz="1500" b="1">
                <a:solidFill>
                  <a:srgbClr val="284E3C"/>
                </a:solidFill>
                <a:latin typeface="Arial"/>
                <a:ea typeface="Arial"/>
                <a:cs typeface="Arial"/>
              </a:defRPr>
            </a:lvl4pPr>
            <a:lvl5pPr>
              <a:buNone/>
              <a:defRPr sz="1500" b="1">
                <a:solidFill>
                  <a:srgbClr val="284E3C"/>
                </a:solidFill>
                <a:latin typeface="Arial"/>
                <a:ea typeface="Arial"/>
                <a:cs typeface="Arial"/>
              </a:defRPr>
            </a:lvl5pPr>
            <a:lvl6pPr>
              <a:buNone/>
              <a:defRPr sz="1500" b="1">
                <a:solidFill>
                  <a:srgbClr val="284E3C"/>
                </a:solidFill>
                <a:latin typeface="Arial"/>
                <a:ea typeface="Arial"/>
                <a:cs typeface="Arial"/>
              </a:defRPr>
            </a:lvl6pPr>
            <a:lvl7pPr>
              <a:buNone/>
              <a:defRPr sz="1500" b="1">
                <a:solidFill>
                  <a:srgbClr val="284E3C"/>
                </a:solidFill>
                <a:latin typeface="Arial"/>
                <a:ea typeface="Arial"/>
                <a:cs typeface="Arial"/>
              </a:defRPr>
            </a:lvl7pPr>
            <a:lvl8pPr>
              <a:buNone/>
              <a:defRPr sz="1500" b="1">
                <a:solidFill>
                  <a:srgbClr val="284E3C"/>
                </a:solidFill>
                <a:latin typeface="Arial"/>
                <a:ea typeface="Arial"/>
                <a:cs typeface="Arial"/>
              </a:defRPr>
            </a:lvl8pPr>
            <a:lvl9pPr>
              <a:buNone/>
              <a:defRPr sz="1500" b="1">
                <a:solidFill>
                  <a:srgbClr val="284E3C"/>
                </a:solidFill>
                <a:latin typeface="Arial"/>
                <a:ea typeface="Arial"/>
                <a:cs typeface="Arial"/>
              </a:defRPr>
            </a:lvl9pPr>
          </a:lstStyle>
          <a:p xmlns:a="http://schemas.openxmlformats.org/drawingml/2006/main">
            <a:pPr>
              <a:buNone/>
              <a:defRPr sz="1500" b="1">
                <a:solidFill>
                  <a:srgbClr val="284E3C"/>
                </a:solidFill>
                <a:latin typeface="Arial"/>
                <a:ea typeface="Arial"/>
                <a:cs typeface="Arial"/>
              </a:defRPr>
            </a:pPr>
            <a:r>
              <a:rPr sz="1500" b="1">
                <a:solidFill>
                  <a:srgbClr val="284E3C"/>
                </a:solidFill>
                <a:latin typeface="Arial"/>
                <a:ea typeface="Arial"/>
                <a:cs typeface="Arial"/>
              </a:rPr>
              <a:t>Session and role checks · Password hashing · CSRF</a:t>
            </a:r>
          </a:p>
        </p:txBody>
      </p:sp>
      <p:sp>
        <p:nvSpPr>
          <p:cNvPr id="15" name="">
            <a:extLst xmlns:a="http://schemas.openxmlformats.org/drawingml/2006/main">
              <a:ext uri="{FF2B5EF4-FFF2-40B4-BE49-F238E27FC236}">
                <a16:creationId xmlns:a16="http://schemas.microsoft.com/office/drawing/2014/main" id="{74913299-F227-4E8E-B2F1-8D44D7D598B0}"/>
              </a:ext>
            </a:extLst>
          </p:cNvPr>
          <p:cNvSpPr>
            <a:spLocks xmlns:a="http://schemas.openxmlformats.org/drawingml/2006/main" noGrp="1"/>
          </p:cNvSpPr>
          <p:nvPr/>
        </p:nvSpPr>
        <p:spPr>
          <a:xfrm xmlns:a="http://schemas.openxmlformats.org/drawingml/2006/main">
            <a:off x="533400" y="5657850"/>
            <a:ext cx="68103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B6758"/>
                </a:solidFill>
                <a:latin typeface="Arial"/>
                <a:ea typeface="Arial"/>
                <a:cs typeface="Arial"/>
              </a:defRPr>
            </a:defPPr>
            <a:lvl1pPr>
              <a:buNone/>
              <a:defRPr sz="1350" b="0">
                <a:solidFill>
                  <a:srgbClr val="5B6758"/>
                </a:solidFill>
                <a:latin typeface="Arial"/>
                <a:ea typeface="Arial"/>
                <a:cs typeface="Arial"/>
              </a:defRPr>
            </a:lvl1pPr>
            <a:lvl2pPr>
              <a:buNone/>
              <a:defRPr sz="1350" b="0">
                <a:solidFill>
                  <a:srgbClr val="5B6758"/>
                </a:solidFill>
                <a:latin typeface="Arial"/>
                <a:ea typeface="Arial"/>
                <a:cs typeface="Arial"/>
              </a:defRPr>
            </a:lvl2pPr>
            <a:lvl3pPr>
              <a:buNone/>
              <a:defRPr sz="1350" b="0">
                <a:solidFill>
                  <a:srgbClr val="5B6758"/>
                </a:solidFill>
                <a:latin typeface="Arial"/>
                <a:ea typeface="Arial"/>
                <a:cs typeface="Arial"/>
              </a:defRPr>
            </a:lvl3pPr>
            <a:lvl4pPr>
              <a:buNone/>
              <a:defRPr sz="1350" b="0">
                <a:solidFill>
                  <a:srgbClr val="5B6758"/>
                </a:solidFill>
                <a:latin typeface="Arial"/>
                <a:ea typeface="Arial"/>
                <a:cs typeface="Arial"/>
              </a:defRPr>
            </a:lvl4pPr>
            <a:lvl5pPr>
              <a:buNone/>
              <a:defRPr sz="1350" b="0">
                <a:solidFill>
                  <a:srgbClr val="5B6758"/>
                </a:solidFill>
                <a:latin typeface="Arial"/>
                <a:ea typeface="Arial"/>
                <a:cs typeface="Arial"/>
              </a:defRPr>
            </a:lvl5pPr>
            <a:lvl6pPr>
              <a:buNone/>
              <a:defRPr sz="1350" b="0">
                <a:solidFill>
                  <a:srgbClr val="5B6758"/>
                </a:solidFill>
                <a:latin typeface="Arial"/>
                <a:ea typeface="Arial"/>
                <a:cs typeface="Arial"/>
              </a:defRPr>
            </a:lvl6pPr>
            <a:lvl7pPr>
              <a:buNone/>
              <a:defRPr sz="1350" b="0">
                <a:solidFill>
                  <a:srgbClr val="5B6758"/>
                </a:solidFill>
                <a:latin typeface="Arial"/>
                <a:ea typeface="Arial"/>
                <a:cs typeface="Arial"/>
              </a:defRPr>
            </a:lvl7pPr>
            <a:lvl8pPr>
              <a:buNone/>
              <a:defRPr sz="1350" b="0">
                <a:solidFill>
                  <a:srgbClr val="5B6758"/>
                </a:solidFill>
                <a:latin typeface="Arial"/>
                <a:ea typeface="Arial"/>
                <a:cs typeface="Arial"/>
              </a:defRPr>
            </a:lvl8pPr>
            <a:lvl9pPr>
              <a:buNone/>
              <a:defRPr sz="1350" b="0">
                <a:solidFill>
                  <a:srgbClr val="5B6758"/>
                </a:solidFill>
                <a:latin typeface="Arial"/>
                <a:ea typeface="Arial"/>
                <a:cs typeface="Arial"/>
              </a:defRPr>
            </a:lvl9pPr>
          </a:lstStyle>
          <a:p xmlns:a="http://schemas.openxmlformats.org/drawingml/2006/main">
            <a:pPr>
              <a:buNone/>
              <a:defRPr sz="1350" b="0">
                <a:solidFill>
                  <a:srgbClr val="5B6758"/>
                </a:solidFill>
                <a:latin typeface="Arial"/>
                <a:ea typeface="Arial"/>
                <a:cs typeface="Arial"/>
              </a:defRPr>
            </a:pPr>
            <a:r>
              <a:rPr sz="1350" b="0">
                <a:solidFill>
                  <a:srgbClr val="5B6758"/>
                </a:solidFill>
                <a:latin typeface="Arial"/>
                <a:ea typeface="Arial"/>
                <a:cs typeface="Arial"/>
              </a:rPr>
              <a:t>Next: delivery pricing, payment integration and approved policies</a:t>
            </a:r>
          </a:p>
        </p:txBody>
      </p:sp>
      <p:pic>
        <p:nvPicPr>
          <p:cNvPr id="16" name="">
            <a:extLst xmlns:a="http://schemas.openxmlformats.org/drawingml/2006/main">
              <a:ext uri="{FF2B5EF4-FFF2-40B4-BE49-F238E27FC236}">
                <a16:creationId xmlns:a16="http://schemas.microsoft.com/office/drawing/2014/main" id="{47BBDFE4-8711-45F6-A551-5DC79FF96114}"/>
              </a:ext>
            </a:extLst>
          </p:cNvPr>
          <p:cNvPicPr>
            <a:picLocks xmlns:a="http://schemas.openxmlformats.org/drawingml/2006/main" noChangeAspect="1"/>
          </p:cNvPicPr>
          <p:nvPr/>
        </p:nvPicPr>
        <p:blipFill>
          <a:blip xmlns:r="http://schemas.openxmlformats.org/officeDocument/2006/relationships" xmlns:a="http://schemas.openxmlformats.org/drawingml/2006/main" r:embed="R7c01b743e96d4e06"/>
          <a:stretch xmlns:a="http://schemas.openxmlformats.org/drawingml/2006/main"/>
        </p:blipFill>
        <p:spPr>
          <a:xfrm xmlns:a="http://schemas.openxmlformats.org/drawingml/2006/main">
            <a:off x="8286750" y="1568831"/>
            <a:ext cx="2047875" cy="4139438"/>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78B3E2EF-ECF1-491B-A06F-E3872539C68D}"/>
              </a:ext>
            </a:extLst>
          </p:cNvPr>
          <p:cNvSpPr>
            <a:spLocks xmlns:a="http://schemas.openxmlformats.org/drawingml/2006/main" noGrp="1"/>
          </p:cNvSpPr>
          <p:nvPr/>
        </p:nvSpPr>
        <p:spPr>
          <a:xfrm xmlns:a="http://schemas.openxmlformats.org/drawingml/2006/main">
            <a:off x="7867650" y="5962650"/>
            <a:ext cx="3286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B6758"/>
                </a:solidFill>
                <a:latin typeface="Arial"/>
                <a:ea typeface="Arial"/>
                <a:cs typeface="Arial"/>
              </a:defRPr>
            </a:defPPr>
            <a:lvl1pPr>
              <a:buNone/>
              <a:defRPr sz="1275" b="0">
                <a:solidFill>
                  <a:srgbClr val="5B6758"/>
                </a:solidFill>
                <a:latin typeface="Arial"/>
                <a:ea typeface="Arial"/>
                <a:cs typeface="Arial"/>
              </a:defRPr>
            </a:lvl1pPr>
            <a:lvl2pPr>
              <a:buNone/>
              <a:defRPr sz="1275" b="0">
                <a:solidFill>
                  <a:srgbClr val="5B6758"/>
                </a:solidFill>
                <a:latin typeface="Arial"/>
                <a:ea typeface="Arial"/>
                <a:cs typeface="Arial"/>
              </a:defRPr>
            </a:lvl2pPr>
            <a:lvl3pPr>
              <a:buNone/>
              <a:defRPr sz="1275" b="0">
                <a:solidFill>
                  <a:srgbClr val="5B6758"/>
                </a:solidFill>
                <a:latin typeface="Arial"/>
                <a:ea typeface="Arial"/>
                <a:cs typeface="Arial"/>
              </a:defRPr>
            </a:lvl3pPr>
            <a:lvl4pPr>
              <a:buNone/>
              <a:defRPr sz="1275" b="0">
                <a:solidFill>
                  <a:srgbClr val="5B6758"/>
                </a:solidFill>
                <a:latin typeface="Arial"/>
                <a:ea typeface="Arial"/>
                <a:cs typeface="Arial"/>
              </a:defRPr>
            </a:lvl4pPr>
            <a:lvl5pPr>
              <a:buNone/>
              <a:defRPr sz="1275" b="0">
                <a:solidFill>
                  <a:srgbClr val="5B6758"/>
                </a:solidFill>
                <a:latin typeface="Arial"/>
                <a:ea typeface="Arial"/>
                <a:cs typeface="Arial"/>
              </a:defRPr>
            </a:lvl5pPr>
            <a:lvl6pPr>
              <a:buNone/>
              <a:defRPr sz="1275" b="0">
                <a:solidFill>
                  <a:srgbClr val="5B6758"/>
                </a:solidFill>
                <a:latin typeface="Arial"/>
                <a:ea typeface="Arial"/>
                <a:cs typeface="Arial"/>
              </a:defRPr>
            </a:lvl6pPr>
            <a:lvl7pPr>
              <a:buNone/>
              <a:defRPr sz="1275" b="0">
                <a:solidFill>
                  <a:srgbClr val="5B6758"/>
                </a:solidFill>
                <a:latin typeface="Arial"/>
                <a:ea typeface="Arial"/>
                <a:cs typeface="Arial"/>
              </a:defRPr>
            </a:lvl7pPr>
            <a:lvl8pPr>
              <a:buNone/>
              <a:defRPr sz="1275" b="0">
                <a:solidFill>
                  <a:srgbClr val="5B6758"/>
                </a:solidFill>
                <a:latin typeface="Arial"/>
                <a:ea typeface="Arial"/>
                <a:cs typeface="Arial"/>
              </a:defRPr>
            </a:lvl8pPr>
            <a:lvl9pPr>
              <a:buNone/>
              <a:defRPr sz="1275" b="0">
                <a:solidFill>
                  <a:srgbClr val="5B6758"/>
                </a:solidFill>
                <a:latin typeface="Arial"/>
                <a:ea typeface="Arial"/>
                <a:cs typeface="Arial"/>
              </a:defRPr>
            </a:lvl9pPr>
          </a:lstStyle>
          <a:p xmlns:a="http://schemas.openxmlformats.org/drawingml/2006/main">
            <a:pPr>
              <a:buNone/>
              <a:defRPr sz="1275" b="0">
                <a:solidFill>
                  <a:srgbClr val="5B6758"/>
                </a:solidFill>
                <a:latin typeface="Arial"/>
                <a:ea typeface="Arial"/>
                <a:cs typeface="Arial"/>
              </a:defRPr>
            </a:pPr>
            <a:r>
              <a:rPr sz="1275" b="0">
                <a:solidFill>
                  <a:srgbClr val="5B6758"/>
                </a:solidFill>
                <a:latin typeface="Arial"/>
                <a:ea typeface="Arial"/>
                <a:cs typeface="Arial"/>
              </a:rPr>
              <a:t>Responsive storefront</a:t>
            </a:r>
          </a:p>
        </p:txBody>
      </p:sp>
    </p:spTree>
    <p:extLst>
      <p:ext uri="{BB962C8B-B14F-4D97-AF65-F5344CB8AC3E}">
        <p14:creationId xmlns:p14="http://schemas.microsoft.com/office/powerpoint/2010/main" val="15247062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2026-11-02T00:23:29.6620000Z</dcterms:created>
  <dcterms:modified xsi:type="dcterms:W3CDTF">2026-11-02T00:23:29.6620000Z</dcterms:modified>
</coreProperties>
</file>