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22fb8410174f06" /><Relationship Type="http://schemas.openxmlformats.org/officeDocument/2006/relationships/extended-properties" Target="/docProps/app.xml" Id="Re0f9db5475a743a4" /><Relationship Type="http://schemas.openxmlformats.org/officeDocument/2006/relationships/officeDocument" Target="/ppt/presentation.xml" Id="R46405e3dc6d24d18" /></Relationships>
</file>

<file path=ppt/presentation.xml><?xml version="1.0" encoding="utf-8"?>
<p:presentation xmlns:p="http://schemas.openxmlformats.org/presentationml/2006/main">
  <p:sldMasterIdLst>
    <p:sldMasterId xmlns:r="http://schemas.openxmlformats.org/officeDocument/2006/relationships" id="2147483648" r:id="R70137e580d7d49a7"/>
  </p:sldMasterIdLst>
  <p:notesMasterIdLst>
    <p:notesMasterId xmlns:r="http://schemas.openxmlformats.org/officeDocument/2006/relationships" r:id="R94e368022c2143d3"/>
  </p:notesMasterIdLst>
  <p:sldIdLst>
    <p:sldId xmlns:r="http://schemas.openxmlformats.org/officeDocument/2006/relationships" id="256" r:id="R9a54af182f354a3d"/>
    <p:sldId xmlns:r="http://schemas.openxmlformats.org/officeDocument/2006/relationships" id="257" r:id="Rf9da8a29ca154530"/>
    <p:sldId xmlns:r="http://schemas.openxmlformats.org/officeDocument/2006/relationships" id="258" r:id="R4796e4e815ad4713"/>
    <p:sldId xmlns:r="http://schemas.openxmlformats.org/officeDocument/2006/relationships" id="259" r:id="R543349fdb1044ad2"/>
    <p:sldId xmlns:r="http://schemas.openxmlformats.org/officeDocument/2006/relationships" id="260" r:id="R000d6e7d03be4aa4"/>
    <p:sldId xmlns:r="http://schemas.openxmlformats.org/officeDocument/2006/relationships" id="261" r:id="R907b57cb7727446f"/>
    <p:sldId xmlns:r="http://schemas.openxmlformats.org/officeDocument/2006/relationships" id="262" r:id="R1b72b2963df94ef5"/>
    <p:sldId xmlns:r="http://schemas.openxmlformats.org/officeDocument/2006/relationships" id="263" r:id="Rfded203eaea541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dfd7a84d854135" /><Relationship Type="http://schemas.openxmlformats.org/officeDocument/2006/relationships/slideMaster" Target="/ppt/slideMasters/slideMaster1.xml" Id="R70137e580d7d49a7" /><Relationship Type="http://schemas.openxmlformats.org/officeDocument/2006/relationships/notesMaster" Target="/ppt/notesMasters/notesMaster1.xml" Id="R94e368022c2143d3" /><Relationship Type="http://schemas.openxmlformats.org/officeDocument/2006/relationships/presProps" Target="/ppt/presProps.xml" Id="Ra1a7693fe743430e" /><Relationship Type="http://schemas.openxmlformats.org/officeDocument/2006/relationships/tableStyles" Target="/ppt/tableStyles.xml" Id="R113e63e9473b45c8" /><Relationship Type="http://schemas.openxmlformats.org/officeDocument/2006/relationships/slide" Target="/ppt/slides/slide1.xml" Id="R9a54af182f354a3d" /><Relationship Type="http://schemas.openxmlformats.org/officeDocument/2006/relationships/slide" Target="/ppt/slides/slide2.xml" Id="Rf9da8a29ca154530" /><Relationship Type="http://schemas.openxmlformats.org/officeDocument/2006/relationships/slide" Target="/ppt/slides/slide3.xml" Id="R4796e4e815ad4713" /><Relationship Type="http://schemas.openxmlformats.org/officeDocument/2006/relationships/slide" Target="/ppt/slides/slide4.xml" Id="R543349fdb1044ad2" /><Relationship Type="http://schemas.openxmlformats.org/officeDocument/2006/relationships/slide" Target="/ppt/slides/slide5.xml" Id="R000d6e7d03be4aa4" /><Relationship Type="http://schemas.openxmlformats.org/officeDocument/2006/relationships/slide" Target="/ppt/slides/slide6.xml" Id="R907b57cb7727446f" /><Relationship Type="http://schemas.openxmlformats.org/officeDocument/2006/relationships/slide" Target="/ppt/slides/slide7.xml" Id="R1b72b2963df94ef5" /><Relationship Type="http://schemas.openxmlformats.org/officeDocument/2006/relationships/slide" Target="/ppt/slides/slide8.xml" Id="Rfded203eaea541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b214ab27cc42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83368900944913" /><Relationship Type="http://schemas.openxmlformats.org/officeDocument/2006/relationships/notesMaster" Target="/ppt/notesMasters/notesMaster1.xml" Id="R49d841917b9b42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616417f0bf4c5d" /><Relationship Type="http://schemas.openxmlformats.org/officeDocument/2006/relationships/notesMaster" Target="/ppt/notesMasters/notesMaster1.xml" Id="R0679e601707644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fd232bf5344478" /><Relationship Type="http://schemas.openxmlformats.org/officeDocument/2006/relationships/notesMaster" Target="/ppt/notesMasters/notesMaster1.xml" Id="R7cb19fb8eef84f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50409377074bc0" /><Relationship Type="http://schemas.openxmlformats.org/officeDocument/2006/relationships/notesMaster" Target="/ppt/notesMasters/notesMaster1.xml" Id="R72dc3703053c4f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7ddf5e553e42b2" /><Relationship Type="http://schemas.openxmlformats.org/officeDocument/2006/relationships/notesMaster" Target="/ppt/notesMasters/notesMaster1.xml" Id="Rad2e69b11b324a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149d436b614009" /><Relationship Type="http://schemas.openxmlformats.org/officeDocument/2006/relationships/notesMaster" Target="/ppt/notesMasters/notesMaster1.xml" Id="R652cab65416b41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0fc8b694944fee" /><Relationship Type="http://schemas.openxmlformats.org/officeDocument/2006/relationships/notesMaster" Target="/ppt/notesMasters/notesMaster1.xml" Id="R37d97e8e41c349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2b4f82293a4d98" /><Relationship Type="http://schemas.openxmlformats.org/officeDocument/2006/relationships/notesMaster" Target="/ppt/notesMasters/notesMaster1.xml" Id="R0ab4f5cb6bf547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0:00–0:30 (30 seconds)</a:t>
            </a:r>
          </a:p>
          <a:p xmlns:a="http://schemas.openxmlformats.org/drawingml/2006/main">
            <a:r>
              <a:t/>
            </a:r>
          </a:p>
          <a:p xmlns:a="http://schemas.openxmlformats.org/drawingml/2006/main">
            <a:r>
              <a:t>Welcome to Nabta Botanical, an e-commerce website for plants, pots, tools, seeds and everyday plant-care products. The project brings the customer storefront and the store administration into one system. In the next six minutes, I will show how a customer discovers products and packages, reviews a basket and requests order confirmation. Then I will explain the admin workspace, AI reporting and the technical structure behind the experience.</a:t>
            </a:r>
          </a:p>
          <a:p xmlns:a="http://schemas.openxmlformats.org/drawingml/2006/main">
            <a:r>
              <a:t/>
            </a:r>
          </a:p>
          <a:p xmlns:a="http://schemas.openxmlformats.org/drawingml/2006/main">
            <a:r>
              <a:t>Source: Local Nabta implementation and actual screenshots captured on 2 November 2026. public/index.php; app/Views/home.php.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0:30–1:15 (45 seconds)</a:t>
            </a:r>
          </a:p>
          <a:p xmlns:a="http://schemas.openxmlformats.org/drawingml/2006/main">
            <a:r>
              <a:t/>
            </a:r>
          </a:p>
          <a:p xmlns:a="http://schemas.openxmlformats.org/drawingml/2006/main">
            <a:r>
              <a:t>The journey starts on the home page, where the botanical design introduces the brand and links to the shop and packages. In the catalog, customers search by product name, filter by category and sort products by price or name. Product cards show the price, availability and a short description. Pagination keeps a larger catalog manageable. Customers can also save products to a wishlist. Account registration, sign-in and profile pages support the shopping journey, while the About and store information pages explain the business and the current ordering process.</a:t>
            </a:r>
          </a:p>
          <a:p xmlns:a="http://schemas.openxmlformats.org/drawingml/2006/main">
            <a:r>
              <a:t/>
            </a:r>
          </a:p>
          <a:p xmlns:a="http://schemas.openxmlformats.org/drawingml/2006/main">
            <a:r>
              <a:t>Source: Local Nabta implementation and actual screenshots captured on 2 November 2026. public/index.php?page=products; app/Views/products.php; public/assets/js/products.js; account and information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1:15–2:00 (45 seconds)</a:t>
            </a:r>
          </a:p>
          <a:p xmlns:a="http://schemas.openxmlformats.org/drawingml/2006/main">
            <a:r>
              <a:t/>
            </a:r>
          </a:p>
          <a:p xmlns:a="http://schemas.openxmlformats.org/drawingml/2006/main">
            <a:r>
              <a:t>A product page brings together the image gallery, description, price, stock information and customer reviews. Customers can add an available product to their basket or keep it in their wishlist. Packages combine multiple products with quantities and a shared percentage discount. The package price is calculated from the included products, and availability depends on the stock required for a complete package. To keep cards compact, a package with more than three product types shows a preview and opens all details through Show more.</a:t>
            </a:r>
          </a:p>
          <a:p xmlns:a="http://schemas.openxmlformats.org/drawingml/2006/main">
            <a:r>
              <a:t/>
            </a:r>
          </a:p>
          <a:p xmlns:a="http://schemas.openxmlformats.org/drawingml/2006/main">
            <a:r>
              <a:t>Source: Local Nabta implementation and actual screenshots captured on 2 November 2026. public/index.php?page=product&amp;id=30; public/index.php?page=collections; app/Models/Collection.php.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2:00–2:50 (50 seconds)</a:t>
            </a:r>
          </a:p>
          <a:p xmlns:a="http://schemas.openxmlformats.org/drawingml/2006/main">
            <a:r>
              <a:t/>
            </a:r>
          </a:p>
          <a:p xmlns:a="http://schemas.openxmlformats.org/drawingml/2006/main">
            <a:r>
              <a:t>The basket supports quantity changes and item removal. Its compact view shows three product types, while See more opens the complete list in a popup. Checkout brings delivery details, the order summary and selected products into a clear layout. A similar popup provides the full selection and removal controls. Delivery fields are optional at this stage, and the account email identifies the request. Before submitting, the customer reviews the details. This creates a pending confirmation request; it does not take a payment. Delivery costs, availability and payment arrangements still require the customer’s later approval.</a:t>
            </a:r>
          </a:p>
          <a:p xmlns:a="http://schemas.openxmlformats.org/drawingml/2006/main">
            <a:r>
              <a:t/>
            </a:r>
          </a:p>
          <a:p xmlns:a="http://schemas.openxmlformats.org/drawingml/2006/main">
            <a:r>
              <a:t>Source: Local Nabta implementation and actual screenshots captured on 2 November 2026. public/index.php?page=cart; public/index.php?page=checkout; app/Controllers/OrderController.php; app/Views/checkout.php.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2:50–3:40 (50 seconds)</a:t>
            </a:r>
          </a:p>
          <a:p xmlns:a="http://schemas.openxmlformats.org/drawingml/2006/main">
            <a:r>
              <a:t/>
            </a:r>
          </a:p>
          <a:p xmlns:a="http://schemas.openxmlformats.org/drawingml/2006/main">
            <a:r>
              <a:t>Administrators use a separate workspace with a shared navigation sidebar and a welcome message. The overview brings together sales, orders, products and customer demand. Statistics and charts help the administrator understand store activity. Product management supports searching and filtering, stock visibility, product editing and image management. Category management organizes the catalog. These controls keep the storefront information current without directly editing the database. Admin pages check the signed-in user’s role before granting access. The screenshot shows the actual local store state, so these figures are demonstration data rather than business performance claims.</a:t>
            </a:r>
          </a:p>
          <a:p xmlns:a="http://schemas.openxmlformats.org/drawingml/2006/main">
            <a:r>
              <a:t/>
            </a:r>
          </a:p>
          <a:p xmlns:a="http://schemas.openxmlformats.org/drawingml/2006/main">
            <a:r>
              <a:t>Source: Local Nabta implementation and actual screenshots captured on 2 November 2026. public/admin/dashboard.php; public/admin/products.php; app/Core/AdminAccess.php; app/Controllers/AdminController.php.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3:40–4:25 (45 seconds)</a:t>
            </a:r>
          </a:p>
          <a:p xmlns:a="http://schemas.openxmlformats.org/drawingml/2006/main">
            <a:r>
              <a:t/>
            </a:r>
          </a:p>
          <a:p xmlns:a="http://schemas.openxmlformats.org/drawingml/2006/main">
            <a:r>
              <a:t>The admin product screen provides filters for name, category, stock and price, with sorting to make larger lists easier to manage. Package management allows an administrator to create, edit, publish, hide or remove a package. Its product selector also supports filtering and quantities per package. Removing a package from management preserves historical order records. Other admin pages cover customers, orders, incoming messages and review moderation. Hidden reviews are visually distinguished from published ones. Together, these pages support the daily work of maintaining the catalog, following requests and handling customer feedback.</a:t>
            </a:r>
          </a:p>
          <a:p xmlns:a="http://schemas.openxmlformats.org/drawingml/2006/main">
            <a:r>
              <a:t/>
            </a:r>
          </a:p>
          <a:p xmlns:a="http://schemas.openxmlformats.org/drawingml/2006/main">
            <a:r>
              <a:t>Source: Local Nabta implementation and actual screenshots captured on 2 November 2026. public/admin/products.php; public/admin/collections.php; public/admin/collection-create.php; app/Models/AdminCollection.php; admin orders/customers/messages/reviews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4:25–5:25 (60 seconds)</a:t>
            </a:r>
          </a:p>
          <a:p xmlns:a="http://schemas.openxmlformats.org/drawingml/2006/main">
            <a:r>
              <a:t/>
            </a:r>
          </a:p>
          <a:p xmlns:a="http://schemas.openxmlformats.org/drawingml/2006/main">
            <a:r>
              <a:t>AI reports turn the store’s recorded sales data into a written analysis based on the administrator’s question. A report name is optional; a default name uses the reporting period. Leaving both dates empty selects the last month through today. A start date alone runs through today, while an end date alone starts from the earliest recorded sales. Both dates select a custom period. The system calculates sales summaries before sending the data to Gemini. A complete report is saved in history and can be downloaded as a PDF. Connection failures, service errors, empty responses and incomplete reports are rejected before saving.</a:t>
            </a:r>
          </a:p>
          <a:p xmlns:a="http://schemas.openxmlformats.org/drawingml/2006/main">
            <a:r>
              <a:t/>
            </a:r>
          </a:p>
          <a:p xmlns:a="http://schemas.openxmlformats.org/drawingml/2006/main">
            <a:r>
              <a:t>Source: Local Nabta implementation and actual screenshots captured on 2 November 2026. public/admin/ai_reports.php; app/Core/ReportPeriod.php; app/Core/AIReportResponse.php; app/Models/AIReport.php; app/Controllers/AIReportController.php.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5:25–6:00 (35 seconds)</a:t>
            </a:r>
          </a:p>
          <a:p xmlns:a="http://schemas.openxmlformats.org/drawingml/2006/main">
            <a:r>
              <a:t/>
            </a:r>
          </a:p>
          <a:p xmlns:a="http://schemas.openxmlformats.org/drawingml/2006/main">
            <a:r>
              <a:t>The website uses HTML, CSS and JavaScript for its responsive interface, with PHP controllers and models connected to MySQL through PDO. Cloudinary stores product images, Gemini generates report text, and CommonMark with Dompdf supports report formatting and PDF export. Session checks, password hashing, CSRF protection and role checks support the application’s security. The project covers the customer journey and the admin workflow. Before a full commercial launch, delivery pricing, payment integration and approved store policies still need to be finalized. Thank you.</a:t>
            </a:r>
          </a:p>
          <a:p xmlns:a="http://schemas.openxmlformats.org/drawingml/2006/main">
            <a:r>
              <a:t/>
            </a:r>
          </a:p>
          <a:p xmlns:a="http://schemas.openxmlformats.org/drawingml/2006/main">
            <a:r>
              <a:t>Source: Local Nabta implementation and actual screenshots captured on 2 November 2026. composer.json; app/Core/Database.php; app/Core/Security.php; app/Models/User.php; app/Core/CloudinaryUploader.php; config integrations; actual mobile home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f3848413a4e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ed50f2e3ca44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21e073c34545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a414ae97ec46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38210dc07743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4e3efe1b764c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527371-1450-4B33-ACE9-DB9A47095ED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B5C6FA-EF23-45A9-8D0C-BC47D17F35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2DC6C5-9C38-451D-AC4F-4C34796952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663471-8F21-4CAB-A42C-20A33A7F8D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5192AA-4EA9-46D5-B113-398A6DAF08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DF7439-CFEE-4D8F-BDA7-827EA20D03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8E2022-D0A7-4955-8488-FE325983A3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C66414-4D95-4781-A457-746059A29C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DBBEC4-06C1-409D-BA93-0AD201F1DC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3EC68A-73BC-46BF-981D-6217AF6907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dbca14ebaf4a7f" /><Relationship Type="http://schemas.openxmlformats.org/officeDocument/2006/relationships/slideLayout" Target="/ppt/slideLayouts/slideLayout1.xml" Id="Rd2782b0011a743b0" /><Relationship Type="http://schemas.openxmlformats.org/officeDocument/2006/relationships/slideLayout" Target="/ppt/slideLayouts/slideLayout2.xml" Id="R360a483801fb441e" /><Relationship Type="http://schemas.openxmlformats.org/officeDocument/2006/relationships/slideLayout" Target="/ppt/slideLayouts/slideLayout3.xml" Id="R9575618cb8084856" /><Relationship Type="http://schemas.openxmlformats.org/officeDocument/2006/relationships/slideLayout" Target="/ppt/slideLayouts/slideLayout4.xml" Id="R3d7e8eb5c42f4c85" /><Relationship Type="http://schemas.openxmlformats.org/officeDocument/2006/relationships/slideLayout" Target="/ppt/slideLayouts/slideLayout5.xml" Id="R851cf9231340456a" /><Relationship Type="http://schemas.openxmlformats.org/officeDocument/2006/relationships/slideLayout" Target="/ppt/slideLayouts/slideLayout6.xml" Id="R450ecbb5911448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782b0011a743b0"/>
    <p:sldLayoutId xmlns:r="http://schemas.openxmlformats.org/officeDocument/2006/relationships" id="2147483650" r:id="R360a483801fb441e"/>
    <p:sldLayoutId xmlns:r="http://schemas.openxmlformats.org/officeDocument/2006/relationships" id="2147483651" r:id="R9575618cb8084856"/>
    <p:sldLayoutId xmlns:r="http://schemas.openxmlformats.org/officeDocument/2006/relationships" id="2147483652" r:id="R3d7e8eb5c42f4c85"/>
    <p:sldLayoutId xmlns:r="http://schemas.openxmlformats.org/officeDocument/2006/relationships" id="2147483653" r:id="R851cf9231340456a"/>
    <p:sldLayoutId xmlns:r="http://schemas.openxmlformats.org/officeDocument/2006/relationships" id="2147483654" r:id="R450ecbb5911448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1bb920aba04718" /><Relationship Type="http://schemas.openxmlformats.org/officeDocument/2006/relationships/image" Target="/ppt/media/image.png" Id="R2a930b76dc5541a4" /><Relationship Type="http://schemas.openxmlformats.org/officeDocument/2006/relationships/notesSlide" Target="/ppt/notesSlides/notesSlide1.xml" Id="Rc07d0e65ea6847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748bd1a2034f85" /><Relationship Type="http://schemas.openxmlformats.org/officeDocument/2006/relationships/image" Target="/ppt/media/image2.png" Id="Rf6c03952b53749a2" /><Relationship Type="http://schemas.openxmlformats.org/officeDocument/2006/relationships/notesSlide" Target="/ppt/notesSlides/notesSlide2.xml" Id="Rde5aa03428a14f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d16a12dd5b4cf4" /><Relationship Type="http://schemas.openxmlformats.org/officeDocument/2006/relationships/image" Target="/ppt/media/image3.png" Id="R9fb6aa17c61f4139" /><Relationship Type="http://schemas.openxmlformats.org/officeDocument/2006/relationships/image" Target="/ppt/media/image4.png" Id="R77ec2c3a93da4f77" /><Relationship Type="http://schemas.openxmlformats.org/officeDocument/2006/relationships/notesSlide" Target="/ppt/notesSlides/notesSlide3.xml" Id="R4e25ddf8c1714a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7c4393b114426b" /><Relationship Type="http://schemas.openxmlformats.org/officeDocument/2006/relationships/image" Target="/ppt/media/image5.png" Id="R3002211e7f4b4c10" /><Relationship Type="http://schemas.openxmlformats.org/officeDocument/2006/relationships/notesSlide" Target="/ppt/notesSlides/notesSlide4.xml" Id="R0e2b3309befb49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cf3fa2dfb841f0" /><Relationship Type="http://schemas.openxmlformats.org/officeDocument/2006/relationships/image" Target="/ppt/media/image6.png" Id="Ra37c6f5b35a44507" /><Relationship Type="http://schemas.openxmlformats.org/officeDocument/2006/relationships/notesSlide" Target="/ppt/notesSlides/notesSlide5.xml" Id="R0223e6a1055944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75687cc8254eab" /><Relationship Type="http://schemas.openxmlformats.org/officeDocument/2006/relationships/image" Target="/ppt/media/image7.png" Id="Rbb8016f31311441d" /><Relationship Type="http://schemas.openxmlformats.org/officeDocument/2006/relationships/image" Target="/ppt/media/image8.png" Id="R4d22c7198bdc4b27" /><Relationship Type="http://schemas.openxmlformats.org/officeDocument/2006/relationships/notesSlide" Target="/ppt/notesSlides/notesSlide6.xml" Id="R9c43e62b572645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571e0437214d0d" /><Relationship Type="http://schemas.openxmlformats.org/officeDocument/2006/relationships/image" Target="/ppt/media/image9.png" Id="R9cdcb925421c4e48" /><Relationship Type="http://schemas.openxmlformats.org/officeDocument/2006/relationships/notesSlide" Target="/ppt/notesSlides/notesSlide7.xml" Id="Rf8af8c950c6d4b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5bec5c54974071" /><Relationship Type="http://schemas.openxmlformats.org/officeDocument/2006/relationships/image" Target="/ppt/media/image10.png" Id="R485dd41854744013" /><Relationship Type="http://schemas.openxmlformats.org/officeDocument/2006/relationships/notesSlide" Target="/ppt/notesSlides/notesSlide8.xml" Id="R3548c9599f514f94" /></Relationships>
</file>

<file path=ppt/slides/slide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264500-F1EA-4C80-86D9-3644F4C2A16A}"/>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7EF7528F-2123-4A70-8834-59F35CF1B0BF}"/>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21FA31-83E4-4446-9EE2-3E8A2C0ED7A8}"/>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AA16E234-CA28-4877-AC10-6D0432348ED3}"/>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01 / 08     0:00–0:30</a:t>
            </a:r>
          </a:p>
        </p:txBody>
      </p:sp>
      <p:sp>
        <p:nvSpPr>
          <p:cNvPr id="5" name="">
            <a:extLst xmlns:a="http://schemas.openxmlformats.org/drawingml/2006/main">
              <a:ext uri="{FF2B5EF4-FFF2-40B4-BE49-F238E27FC236}">
                <a16:creationId xmlns:a16="http://schemas.microsoft.com/office/drawing/2014/main" id="{D5682327-7F04-44D0-9FAA-D81F35641873}"/>
              </a:ext>
            </a:extLst>
          </p:cNvPr>
          <p:cNvSpPr>
            <a:spLocks xmlns:a="http://schemas.openxmlformats.org/drawingml/2006/main" noGrp="1"/>
          </p:cNvSpPr>
          <p:nvPr/>
        </p:nvSpPr>
        <p:spPr>
          <a:xfrm xmlns:a="http://schemas.openxmlformats.org/drawingml/2006/main">
            <a:off x="5905500" y="0"/>
            <a:ext cx="6286500" cy="6191250"/>
          </a:xfrm>
          <a:prstGeom xmlns:a="http://schemas.openxmlformats.org/drawingml/2006/main" prst="rect">
            <a:avLst/>
          </a:prstGeom>
          <a:solidFill xmlns:a="http://schemas.openxmlformats.org/drawingml/2006/main">
            <a:srgbClr val="284E3C"/>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0081F302-0779-4E97-8B1E-71B5917B514B}"/>
              </a:ext>
            </a:extLst>
          </p:cNvPr>
          <p:cNvPicPr>
            <a:picLocks xmlns:a="http://schemas.openxmlformats.org/drawingml/2006/main" noChangeAspect="1"/>
          </p:cNvPicPr>
          <p:nvPr/>
        </p:nvPicPr>
        <p:blipFill>
          <a:blip xmlns:r="http://schemas.openxmlformats.org/officeDocument/2006/relationships" xmlns:a="http://schemas.openxmlformats.org/drawingml/2006/main" r:embed="R2a930b76dc5541a4"/>
          <a:stretch xmlns:a="http://schemas.openxmlformats.org/drawingml/2006/main"/>
        </p:blipFill>
        <p:spPr>
          <a:xfrm xmlns:a="http://schemas.openxmlformats.org/drawingml/2006/main">
            <a:off x="6048375" y="764206"/>
            <a:ext cx="5857875" cy="36627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7E1A8EB-03BB-44AD-928F-781308C1028C}"/>
              </a:ext>
            </a:extLst>
          </p:cNvPr>
          <p:cNvSpPr>
            <a:spLocks xmlns:a="http://schemas.openxmlformats.org/drawingml/2006/main" noGrp="1"/>
          </p:cNvSpPr>
          <p:nvPr/>
        </p:nvSpPr>
        <p:spPr>
          <a:xfrm xmlns:a="http://schemas.openxmlformats.org/drawingml/2006/main">
            <a:off x="6334125" y="4667250"/>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75" b="1">
                <a:solidFill>
                  <a:srgbClr val="FFF9EF"/>
                </a:solidFill>
                <a:latin typeface="Arial"/>
                <a:ea typeface="Arial"/>
                <a:cs typeface="Arial"/>
              </a:defRPr>
            </a:defPPr>
            <a:lvl1pPr>
              <a:defRPr sz="3075" b="1">
                <a:solidFill>
                  <a:srgbClr val="FFF9EF"/>
                </a:solidFill>
                <a:latin typeface="Arial"/>
                <a:ea typeface="Arial"/>
                <a:cs typeface="Arial"/>
              </a:defRPr>
            </a:lvl1pPr>
            <a:lvl2pPr>
              <a:defRPr sz="3075" b="1">
                <a:solidFill>
                  <a:srgbClr val="FFF9EF"/>
                </a:solidFill>
                <a:latin typeface="Arial"/>
                <a:ea typeface="Arial"/>
                <a:cs typeface="Arial"/>
              </a:defRPr>
            </a:lvl2pPr>
            <a:lvl3pPr>
              <a:defRPr sz="3075" b="1">
                <a:solidFill>
                  <a:srgbClr val="FFF9EF"/>
                </a:solidFill>
                <a:latin typeface="Arial"/>
                <a:ea typeface="Arial"/>
                <a:cs typeface="Arial"/>
              </a:defRPr>
            </a:lvl3pPr>
            <a:lvl4pPr>
              <a:defRPr sz="3075" b="1">
                <a:solidFill>
                  <a:srgbClr val="FFF9EF"/>
                </a:solidFill>
                <a:latin typeface="Arial"/>
                <a:ea typeface="Arial"/>
                <a:cs typeface="Arial"/>
              </a:defRPr>
            </a:lvl4pPr>
            <a:lvl5pPr>
              <a:defRPr sz="3075" b="1">
                <a:solidFill>
                  <a:srgbClr val="FFF9EF"/>
                </a:solidFill>
                <a:latin typeface="Arial"/>
                <a:ea typeface="Arial"/>
                <a:cs typeface="Arial"/>
              </a:defRPr>
            </a:lvl5pPr>
            <a:lvl6pPr>
              <a:defRPr sz="3075" b="1">
                <a:solidFill>
                  <a:srgbClr val="FFF9EF"/>
                </a:solidFill>
                <a:latin typeface="Arial"/>
                <a:ea typeface="Arial"/>
                <a:cs typeface="Arial"/>
              </a:defRPr>
            </a:lvl6pPr>
            <a:lvl7pPr>
              <a:defRPr sz="3075" b="1">
                <a:solidFill>
                  <a:srgbClr val="FFF9EF"/>
                </a:solidFill>
                <a:latin typeface="Arial"/>
                <a:ea typeface="Arial"/>
                <a:cs typeface="Arial"/>
              </a:defRPr>
            </a:lvl7pPr>
            <a:lvl8pPr>
              <a:defRPr sz="3075" b="1">
                <a:solidFill>
                  <a:srgbClr val="FFF9EF"/>
                </a:solidFill>
                <a:latin typeface="Arial"/>
                <a:ea typeface="Arial"/>
                <a:cs typeface="Arial"/>
              </a:defRPr>
            </a:lvl8pPr>
            <a:lvl9pPr>
              <a:defRPr sz="3075" b="1">
                <a:solidFill>
                  <a:srgbClr val="FFF9EF"/>
                </a:solidFill>
                <a:latin typeface="Arial"/>
                <a:ea typeface="Arial"/>
                <a:cs typeface="Arial"/>
              </a:defRPr>
            </a:lvl9pPr>
          </a:lstStyle>
          <a:p xmlns:a="http://schemas.openxmlformats.org/drawingml/2006/main">
            <a:pPr>
              <a:defRPr sz="3075" b="1">
                <a:solidFill>
                  <a:srgbClr val="FFF9EF"/>
                </a:solidFill>
                <a:latin typeface="Arial"/>
                <a:ea typeface="Arial"/>
                <a:cs typeface="Arial"/>
              </a:defRPr>
            </a:pPr>
            <a:r>
              <a:rPr sz="3075" b="1">
                <a:solidFill>
                  <a:srgbClr val="FFF9EF"/>
                </a:solidFill>
                <a:latin typeface="Arial"/>
                <a:ea typeface="Arial"/>
                <a:cs typeface="Arial"/>
              </a:rPr>
              <a:t>A little nature,</a:t>
            </a:r>
          </a:p>
          <a:p xmlns:a="http://schemas.openxmlformats.org/drawingml/2006/main">
            <a:pPr>
              <a:defRPr sz="3075" b="1">
                <a:solidFill>
                  <a:srgbClr val="FFF9EF"/>
                </a:solidFill>
                <a:latin typeface="Arial"/>
                <a:ea typeface="Arial"/>
                <a:cs typeface="Arial"/>
              </a:defRPr>
            </a:pPr>
            <a:r>
              <a:rPr sz="3075" b="1">
                <a:solidFill>
                  <a:srgbClr val="FFF9EF"/>
                </a:solidFill>
                <a:latin typeface="Arial"/>
                <a:ea typeface="Arial"/>
                <a:cs typeface="Arial"/>
              </a:rPr>
              <a:t>closer to home.</a:t>
            </a:r>
          </a:p>
        </p:txBody>
      </p:sp>
      <p:sp>
        <p:nvSpPr>
          <p:cNvPr id="8" name="">
            <a:extLst xmlns:a="http://schemas.openxmlformats.org/drawingml/2006/main">
              <a:ext uri="{FF2B5EF4-FFF2-40B4-BE49-F238E27FC236}">
                <a16:creationId xmlns:a16="http://schemas.microsoft.com/office/drawing/2014/main" id="{2D01F941-D717-4217-9808-1E9D2796787F}"/>
              </a:ext>
            </a:extLst>
          </p:cNvPr>
          <p:cNvSpPr>
            <a:spLocks xmlns:a="http://schemas.openxmlformats.org/drawingml/2006/main" noGrp="1"/>
          </p:cNvSpPr>
          <p:nvPr/>
        </p:nvSpPr>
        <p:spPr>
          <a:xfrm xmlns:a="http://schemas.openxmlformats.org/drawingml/2006/main">
            <a:off x="533400" y="1314450"/>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225" b="1">
                <a:solidFill>
                  <a:srgbClr val="284E3C"/>
                </a:solidFill>
                <a:latin typeface="Arial"/>
                <a:ea typeface="Arial"/>
                <a:cs typeface="Arial"/>
              </a:defRPr>
            </a:defPPr>
            <a:lvl1pPr>
              <a:defRPr sz="6225" b="1">
                <a:solidFill>
                  <a:srgbClr val="284E3C"/>
                </a:solidFill>
                <a:latin typeface="Arial"/>
                <a:ea typeface="Arial"/>
                <a:cs typeface="Arial"/>
              </a:defRPr>
            </a:lvl1pPr>
            <a:lvl2pPr>
              <a:defRPr sz="6225" b="1">
                <a:solidFill>
                  <a:srgbClr val="284E3C"/>
                </a:solidFill>
                <a:latin typeface="Arial"/>
                <a:ea typeface="Arial"/>
                <a:cs typeface="Arial"/>
              </a:defRPr>
            </a:lvl2pPr>
            <a:lvl3pPr>
              <a:defRPr sz="6225" b="1">
                <a:solidFill>
                  <a:srgbClr val="284E3C"/>
                </a:solidFill>
                <a:latin typeface="Arial"/>
                <a:ea typeface="Arial"/>
                <a:cs typeface="Arial"/>
              </a:defRPr>
            </a:lvl3pPr>
            <a:lvl4pPr>
              <a:defRPr sz="6225" b="1">
                <a:solidFill>
                  <a:srgbClr val="284E3C"/>
                </a:solidFill>
                <a:latin typeface="Arial"/>
                <a:ea typeface="Arial"/>
                <a:cs typeface="Arial"/>
              </a:defRPr>
            </a:lvl4pPr>
            <a:lvl5pPr>
              <a:defRPr sz="6225" b="1">
                <a:solidFill>
                  <a:srgbClr val="284E3C"/>
                </a:solidFill>
                <a:latin typeface="Arial"/>
                <a:ea typeface="Arial"/>
                <a:cs typeface="Arial"/>
              </a:defRPr>
            </a:lvl5pPr>
            <a:lvl6pPr>
              <a:defRPr sz="6225" b="1">
                <a:solidFill>
                  <a:srgbClr val="284E3C"/>
                </a:solidFill>
                <a:latin typeface="Arial"/>
                <a:ea typeface="Arial"/>
                <a:cs typeface="Arial"/>
              </a:defRPr>
            </a:lvl6pPr>
            <a:lvl7pPr>
              <a:defRPr sz="6225" b="1">
                <a:solidFill>
                  <a:srgbClr val="284E3C"/>
                </a:solidFill>
                <a:latin typeface="Arial"/>
                <a:ea typeface="Arial"/>
                <a:cs typeface="Arial"/>
              </a:defRPr>
            </a:lvl7pPr>
            <a:lvl8pPr>
              <a:defRPr sz="6225" b="1">
                <a:solidFill>
                  <a:srgbClr val="284E3C"/>
                </a:solidFill>
                <a:latin typeface="Arial"/>
                <a:ea typeface="Arial"/>
                <a:cs typeface="Arial"/>
              </a:defRPr>
            </a:lvl8pPr>
            <a:lvl9pPr>
              <a:defRPr sz="6225" b="1">
                <a:solidFill>
                  <a:srgbClr val="284E3C"/>
                </a:solidFill>
                <a:latin typeface="Arial"/>
                <a:ea typeface="Arial"/>
                <a:cs typeface="Arial"/>
              </a:defRPr>
            </a:lvl9pPr>
          </a:lstStyle>
          <a:p xmlns:a="http://schemas.openxmlformats.org/drawingml/2006/main">
            <a:pPr>
              <a:defRPr sz="6225" b="1">
                <a:solidFill>
                  <a:srgbClr val="284E3C"/>
                </a:solidFill>
                <a:latin typeface="Arial"/>
                <a:ea typeface="Arial"/>
                <a:cs typeface="Arial"/>
              </a:defRPr>
            </a:pPr>
            <a:r>
              <a:rPr sz="6225" b="1">
                <a:solidFill>
                  <a:srgbClr val="284E3C"/>
                </a:solidFill>
                <a:latin typeface="Arial"/>
                <a:ea typeface="Arial"/>
                <a:cs typeface="Arial"/>
              </a:rPr>
              <a:t>NABTA</a:t>
            </a:r>
          </a:p>
        </p:txBody>
      </p:sp>
      <p:sp>
        <p:nvSpPr>
          <p:cNvPr id="9" name="">
            <a:extLst xmlns:a="http://schemas.openxmlformats.org/drawingml/2006/main">
              <a:ext uri="{FF2B5EF4-FFF2-40B4-BE49-F238E27FC236}">
                <a16:creationId xmlns:a16="http://schemas.microsoft.com/office/drawing/2014/main" id="{9B52CA15-E1F5-4D07-BB74-9FA70EA384E3}"/>
              </a:ext>
            </a:extLst>
          </p:cNvPr>
          <p:cNvSpPr>
            <a:spLocks xmlns:a="http://schemas.openxmlformats.org/drawingml/2006/main" noGrp="1"/>
          </p:cNvSpPr>
          <p:nvPr/>
        </p:nvSpPr>
        <p:spPr>
          <a:xfrm xmlns:a="http://schemas.openxmlformats.org/drawingml/2006/main">
            <a:off x="581025" y="23336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5B6758"/>
                </a:solidFill>
                <a:latin typeface="Arial"/>
                <a:ea typeface="Arial"/>
                <a:cs typeface="Arial"/>
              </a:defRPr>
            </a:defPPr>
            <a:lvl1pPr>
              <a:defRPr sz="2400" b="0">
                <a:solidFill>
                  <a:srgbClr val="5B6758"/>
                </a:solidFill>
                <a:latin typeface="Arial"/>
                <a:ea typeface="Arial"/>
                <a:cs typeface="Arial"/>
              </a:defRPr>
            </a:lvl1pPr>
            <a:lvl2pPr>
              <a:defRPr sz="2400" b="0">
                <a:solidFill>
                  <a:srgbClr val="5B6758"/>
                </a:solidFill>
                <a:latin typeface="Arial"/>
                <a:ea typeface="Arial"/>
                <a:cs typeface="Arial"/>
              </a:defRPr>
            </a:lvl2pPr>
            <a:lvl3pPr>
              <a:defRPr sz="2400" b="0">
                <a:solidFill>
                  <a:srgbClr val="5B6758"/>
                </a:solidFill>
                <a:latin typeface="Arial"/>
                <a:ea typeface="Arial"/>
                <a:cs typeface="Arial"/>
              </a:defRPr>
            </a:lvl3pPr>
            <a:lvl4pPr>
              <a:defRPr sz="2400" b="0">
                <a:solidFill>
                  <a:srgbClr val="5B6758"/>
                </a:solidFill>
                <a:latin typeface="Arial"/>
                <a:ea typeface="Arial"/>
                <a:cs typeface="Arial"/>
              </a:defRPr>
            </a:lvl4pPr>
            <a:lvl5pPr>
              <a:defRPr sz="2400" b="0">
                <a:solidFill>
                  <a:srgbClr val="5B6758"/>
                </a:solidFill>
                <a:latin typeface="Arial"/>
                <a:ea typeface="Arial"/>
                <a:cs typeface="Arial"/>
              </a:defRPr>
            </a:lvl5pPr>
            <a:lvl6pPr>
              <a:defRPr sz="2400" b="0">
                <a:solidFill>
                  <a:srgbClr val="5B6758"/>
                </a:solidFill>
                <a:latin typeface="Arial"/>
                <a:ea typeface="Arial"/>
                <a:cs typeface="Arial"/>
              </a:defRPr>
            </a:lvl6pPr>
            <a:lvl7pPr>
              <a:defRPr sz="2400" b="0">
                <a:solidFill>
                  <a:srgbClr val="5B6758"/>
                </a:solidFill>
                <a:latin typeface="Arial"/>
                <a:ea typeface="Arial"/>
                <a:cs typeface="Arial"/>
              </a:defRPr>
            </a:lvl7pPr>
            <a:lvl8pPr>
              <a:defRPr sz="2400" b="0">
                <a:solidFill>
                  <a:srgbClr val="5B6758"/>
                </a:solidFill>
                <a:latin typeface="Arial"/>
                <a:ea typeface="Arial"/>
                <a:cs typeface="Arial"/>
              </a:defRPr>
            </a:lvl8pPr>
            <a:lvl9pPr>
              <a:defRPr sz="2400" b="0">
                <a:solidFill>
                  <a:srgbClr val="5B6758"/>
                </a:solidFill>
                <a:latin typeface="Arial"/>
                <a:ea typeface="Arial"/>
                <a:cs typeface="Arial"/>
              </a:defRPr>
            </a:lvl9pPr>
          </a:lstStyle>
          <a:p xmlns:a="http://schemas.openxmlformats.org/drawingml/2006/main">
            <a:pPr>
              <a:defRPr sz="2400" b="0">
                <a:solidFill>
                  <a:srgbClr val="5B6758"/>
                </a:solidFill>
                <a:latin typeface="Arial"/>
                <a:ea typeface="Arial"/>
                <a:cs typeface="Arial"/>
              </a:defRPr>
            </a:pPr>
            <a:r>
              <a:rPr sz="2400" b="0">
                <a:solidFill>
                  <a:srgbClr val="5B6758"/>
                </a:solidFill>
                <a:latin typeface="Arial"/>
                <a:ea typeface="Arial"/>
                <a:cs typeface="Arial"/>
              </a:rPr>
              <a:t>BOTANICAL</a:t>
            </a:r>
          </a:p>
        </p:txBody>
      </p:sp>
      <p:sp>
        <p:nvSpPr>
          <p:cNvPr id="10" name="">
            <a:extLst xmlns:a="http://schemas.openxmlformats.org/drawingml/2006/main">
              <a:ext uri="{FF2B5EF4-FFF2-40B4-BE49-F238E27FC236}">
                <a16:creationId xmlns:a16="http://schemas.microsoft.com/office/drawing/2014/main" id="{ABA11884-4CCF-446C-A0FF-1529F6DE27B8}"/>
              </a:ext>
            </a:extLst>
          </p:cNvPr>
          <p:cNvSpPr>
            <a:spLocks xmlns:a="http://schemas.openxmlformats.org/drawingml/2006/main" noGrp="1"/>
          </p:cNvSpPr>
          <p:nvPr/>
        </p:nvSpPr>
        <p:spPr>
          <a:xfrm xmlns:a="http://schemas.openxmlformats.org/drawingml/2006/main">
            <a:off x="581025" y="3257550"/>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84E3C"/>
                </a:solidFill>
                <a:latin typeface="Arial"/>
                <a:ea typeface="Arial"/>
                <a:cs typeface="Arial"/>
              </a:defRPr>
            </a:defPPr>
            <a:lvl1pPr>
              <a:defRPr sz="2250" b="1">
                <a:solidFill>
                  <a:srgbClr val="284E3C"/>
                </a:solidFill>
                <a:latin typeface="Arial"/>
                <a:ea typeface="Arial"/>
                <a:cs typeface="Arial"/>
              </a:defRPr>
            </a:lvl1pPr>
            <a:lvl2pPr>
              <a:defRPr sz="2250" b="1">
                <a:solidFill>
                  <a:srgbClr val="284E3C"/>
                </a:solidFill>
                <a:latin typeface="Arial"/>
                <a:ea typeface="Arial"/>
                <a:cs typeface="Arial"/>
              </a:defRPr>
            </a:lvl2pPr>
            <a:lvl3pPr>
              <a:defRPr sz="2250" b="1">
                <a:solidFill>
                  <a:srgbClr val="284E3C"/>
                </a:solidFill>
                <a:latin typeface="Arial"/>
                <a:ea typeface="Arial"/>
                <a:cs typeface="Arial"/>
              </a:defRPr>
            </a:lvl3pPr>
            <a:lvl4pPr>
              <a:defRPr sz="2250" b="1">
                <a:solidFill>
                  <a:srgbClr val="284E3C"/>
                </a:solidFill>
                <a:latin typeface="Arial"/>
                <a:ea typeface="Arial"/>
                <a:cs typeface="Arial"/>
              </a:defRPr>
            </a:lvl4pPr>
            <a:lvl5pPr>
              <a:defRPr sz="2250" b="1">
                <a:solidFill>
                  <a:srgbClr val="284E3C"/>
                </a:solidFill>
                <a:latin typeface="Arial"/>
                <a:ea typeface="Arial"/>
                <a:cs typeface="Arial"/>
              </a:defRPr>
            </a:lvl5pPr>
            <a:lvl6pPr>
              <a:defRPr sz="2250" b="1">
                <a:solidFill>
                  <a:srgbClr val="284E3C"/>
                </a:solidFill>
                <a:latin typeface="Arial"/>
                <a:ea typeface="Arial"/>
                <a:cs typeface="Arial"/>
              </a:defRPr>
            </a:lvl6pPr>
            <a:lvl7pPr>
              <a:defRPr sz="2250" b="1">
                <a:solidFill>
                  <a:srgbClr val="284E3C"/>
                </a:solidFill>
                <a:latin typeface="Arial"/>
                <a:ea typeface="Arial"/>
                <a:cs typeface="Arial"/>
              </a:defRPr>
            </a:lvl7pPr>
            <a:lvl8pPr>
              <a:defRPr sz="2250" b="1">
                <a:solidFill>
                  <a:srgbClr val="284E3C"/>
                </a:solidFill>
                <a:latin typeface="Arial"/>
                <a:ea typeface="Arial"/>
                <a:cs typeface="Arial"/>
              </a:defRPr>
            </a:lvl8pPr>
            <a:lvl9pPr>
              <a:defRPr sz="2250" b="1">
                <a:solidFill>
                  <a:srgbClr val="284E3C"/>
                </a:solidFill>
                <a:latin typeface="Arial"/>
                <a:ea typeface="Arial"/>
                <a:cs typeface="Arial"/>
              </a:defRPr>
            </a:lvl9pPr>
          </a:lstStyle>
          <a:p xmlns:a="http://schemas.openxmlformats.org/drawingml/2006/main">
            <a:pPr>
              <a:defRPr sz="2250" b="1">
                <a:solidFill>
                  <a:srgbClr val="284E3C"/>
                </a:solidFill>
                <a:latin typeface="Arial"/>
                <a:ea typeface="Arial"/>
                <a:cs typeface="Arial"/>
              </a:defRPr>
            </a:pPr>
            <a:r>
              <a:rPr sz="2250" b="1">
                <a:solidFill>
                  <a:srgbClr val="284E3C"/>
                </a:solidFill>
                <a:latin typeface="Arial"/>
                <a:ea typeface="Arial"/>
                <a:cs typeface="Arial"/>
              </a:rPr>
              <a:t>E-commerce website</a:t>
            </a:r>
          </a:p>
        </p:txBody>
      </p:sp>
      <p:sp>
        <p:nvSpPr>
          <p:cNvPr id="11" name="">
            <a:extLst xmlns:a="http://schemas.openxmlformats.org/drawingml/2006/main">
              <a:ext uri="{FF2B5EF4-FFF2-40B4-BE49-F238E27FC236}">
                <a16:creationId xmlns:a16="http://schemas.microsoft.com/office/drawing/2014/main" id="{FC1A9596-2292-44B8-8531-13253B8827D8}"/>
              </a:ext>
            </a:extLst>
          </p:cNvPr>
          <p:cNvSpPr>
            <a:spLocks xmlns:a="http://schemas.openxmlformats.org/drawingml/2006/main" noGrp="1"/>
          </p:cNvSpPr>
          <p:nvPr/>
        </p:nvSpPr>
        <p:spPr>
          <a:xfrm xmlns:a="http://schemas.openxmlformats.org/drawingml/2006/main">
            <a:off x="581025" y="39052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758"/>
                </a:solidFill>
                <a:latin typeface="Arial"/>
                <a:ea typeface="Arial"/>
                <a:cs typeface="Arial"/>
              </a:defRPr>
            </a:defPPr>
            <a:lvl1pPr>
              <a:defRPr sz="1800" b="0">
                <a:solidFill>
                  <a:srgbClr val="5B6758"/>
                </a:solidFill>
                <a:latin typeface="Arial"/>
                <a:ea typeface="Arial"/>
                <a:cs typeface="Arial"/>
              </a:defRPr>
            </a:lvl1pPr>
            <a:lvl2pPr>
              <a:defRPr sz="1800" b="0">
                <a:solidFill>
                  <a:srgbClr val="5B6758"/>
                </a:solidFill>
                <a:latin typeface="Arial"/>
                <a:ea typeface="Arial"/>
                <a:cs typeface="Arial"/>
              </a:defRPr>
            </a:lvl2pPr>
            <a:lvl3pPr>
              <a:defRPr sz="1800" b="0">
                <a:solidFill>
                  <a:srgbClr val="5B6758"/>
                </a:solidFill>
                <a:latin typeface="Arial"/>
                <a:ea typeface="Arial"/>
                <a:cs typeface="Arial"/>
              </a:defRPr>
            </a:lvl3pPr>
            <a:lvl4pPr>
              <a:defRPr sz="1800" b="0">
                <a:solidFill>
                  <a:srgbClr val="5B6758"/>
                </a:solidFill>
                <a:latin typeface="Arial"/>
                <a:ea typeface="Arial"/>
                <a:cs typeface="Arial"/>
              </a:defRPr>
            </a:lvl4pPr>
            <a:lvl5pPr>
              <a:defRPr sz="1800" b="0">
                <a:solidFill>
                  <a:srgbClr val="5B6758"/>
                </a:solidFill>
                <a:latin typeface="Arial"/>
                <a:ea typeface="Arial"/>
                <a:cs typeface="Arial"/>
              </a:defRPr>
            </a:lvl5pPr>
            <a:lvl6pPr>
              <a:defRPr sz="1800" b="0">
                <a:solidFill>
                  <a:srgbClr val="5B6758"/>
                </a:solidFill>
                <a:latin typeface="Arial"/>
                <a:ea typeface="Arial"/>
                <a:cs typeface="Arial"/>
              </a:defRPr>
            </a:lvl6pPr>
            <a:lvl7pPr>
              <a:defRPr sz="1800" b="0">
                <a:solidFill>
                  <a:srgbClr val="5B6758"/>
                </a:solidFill>
                <a:latin typeface="Arial"/>
                <a:ea typeface="Arial"/>
                <a:cs typeface="Arial"/>
              </a:defRPr>
            </a:lvl7pPr>
            <a:lvl8pPr>
              <a:defRPr sz="1800" b="0">
                <a:solidFill>
                  <a:srgbClr val="5B6758"/>
                </a:solidFill>
                <a:latin typeface="Arial"/>
                <a:ea typeface="Arial"/>
                <a:cs typeface="Arial"/>
              </a:defRPr>
            </a:lvl8pPr>
            <a:lvl9pPr>
              <a:defRPr sz="1800" b="0">
                <a:solidFill>
                  <a:srgbClr val="5B6758"/>
                </a:solidFill>
                <a:latin typeface="Arial"/>
                <a:ea typeface="Arial"/>
                <a:cs typeface="Arial"/>
              </a:defRPr>
            </a:lvl9pPr>
          </a:lstStyle>
          <a:p xmlns:a="http://schemas.openxmlformats.org/drawingml/2006/main">
            <a:pPr>
              <a:defRPr sz="1800" b="0">
                <a:solidFill>
                  <a:srgbClr val="5B6758"/>
                </a:solidFill>
                <a:latin typeface="Arial"/>
                <a:ea typeface="Arial"/>
                <a:cs typeface="Arial"/>
              </a:defRPr>
            </a:pPr>
            <a:r>
              <a:rPr sz="1800" b="0">
                <a:solidFill>
                  <a:srgbClr val="5B6758"/>
                </a:solidFill>
                <a:latin typeface="Arial"/>
                <a:ea typeface="Arial"/>
                <a:cs typeface="Arial"/>
              </a:rPr>
              <a:t>Customer experience, store management</a:t>
            </a:r>
          </a:p>
          <a:p xmlns:a="http://schemas.openxmlformats.org/drawingml/2006/main">
            <a:pPr>
              <a:defRPr sz="1800" b="0">
                <a:solidFill>
                  <a:srgbClr val="5B6758"/>
                </a:solidFill>
                <a:latin typeface="Arial"/>
                <a:ea typeface="Arial"/>
                <a:cs typeface="Arial"/>
              </a:defRPr>
            </a:pPr>
            <a:r>
              <a:rPr sz="1800" b="0">
                <a:solidFill>
                  <a:srgbClr val="5B6758"/>
                </a:solidFill>
                <a:latin typeface="Arial"/>
                <a:ea typeface="Arial"/>
                <a:cs typeface="Arial"/>
              </a:rPr>
              <a:t>and AI-powered reports</a:t>
            </a:r>
          </a:p>
        </p:txBody>
      </p:sp>
      <p:sp>
        <p:nvSpPr>
          <p:cNvPr id="12" name="">
            <a:extLst xmlns:a="http://schemas.openxmlformats.org/drawingml/2006/main">
              <a:ext uri="{FF2B5EF4-FFF2-40B4-BE49-F238E27FC236}">
                <a16:creationId xmlns:a16="http://schemas.microsoft.com/office/drawing/2014/main" id="{06EFF74C-34A1-4D4C-9887-5C85B0588208}"/>
              </a:ext>
            </a:extLst>
          </p:cNvPr>
          <p:cNvSpPr>
            <a:spLocks xmlns:a="http://schemas.openxmlformats.org/drawingml/2006/main" noGrp="1"/>
          </p:cNvSpPr>
          <p:nvPr/>
        </p:nvSpPr>
        <p:spPr>
          <a:xfrm xmlns:a="http://schemas.openxmlformats.org/drawingml/2006/main">
            <a:off x="581025" y="54292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B6758"/>
                </a:solidFill>
                <a:latin typeface="Arial"/>
                <a:ea typeface="Arial"/>
                <a:cs typeface="Arial"/>
              </a:defRPr>
            </a:defPPr>
            <a:lvl1pPr>
              <a:defRPr sz="1125" b="1">
                <a:solidFill>
                  <a:srgbClr val="5B6758"/>
                </a:solidFill>
                <a:latin typeface="Arial"/>
                <a:ea typeface="Arial"/>
                <a:cs typeface="Arial"/>
              </a:defRPr>
            </a:lvl1pPr>
            <a:lvl2pPr>
              <a:defRPr sz="1125" b="1">
                <a:solidFill>
                  <a:srgbClr val="5B6758"/>
                </a:solidFill>
                <a:latin typeface="Arial"/>
                <a:ea typeface="Arial"/>
                <a:cs typeface="Arial"/>
              </a:defRPr>
            </a:lvl2pPr>
            <a:lvl3pPr>
              <a:defRPr sz="1125" b="1">
                <a:solidFill>
                  <a:srgbClr val="5B6758"/>
                </a:solidFill>
                <a:latin typeface="Arial"/>
                <a:ea typeface="Arial"/>
                <a:cs typeface="Arial"/>
              </a:defRPr>
            </a:lvl3pPr>
            <a:lvl4pPr>
              <a:defRPr sz="1125" b="1">
                <a:solidFill>
                  <a:srgbClr val="5B6758"/>
                </a:solidFill>
                <a:latin typeface="Arial"/>
                <a:ea typeface="Arial"/>
                <a:cs typeface="Arial"/>
              </a:defRPr>
            </a:lvl4pPr>
            <a:lvl5pPr>
              <a:defRPr sz="1125" b="1">
                <a:solidFill>
                  <a:srgbClr val="5B6758"/>
                </a:solidFill>
                <a:latin typeface="Arial"/>
                <a:ea typeface="Arial"/>
                <a:cs typeface="Arial"/>
              </a:defRPr>
            </a:lvl5pPr>
            <a:lvl6pPr>
              <a:defRPr sz="1125" b="1">
                <a:solidFill>
                  <a:srgbClr val="5B6758"/>
                </a:solidFill>
                <a:latin typeface="Arial"/>
                <a:ea typeface="Arial"/>
                <a:cs typeface="Arial"/>
              </a:defRPr>
            </a:lvl6pPr>
            <a:lvl7pPr>
              <a:defRPr sz="1125" b="1">
                <a:solidFill>
                  <a:srgbClr val="5B6758"/>
                </a:solidFill>
                <a:latin typeface="Arial"/>
                <a:ea typeface="Arial"/>
                <a:cs typeface="Arial"/>
              </a:defRPr>
            </a:lvl7pPr>
            <a:lvl8pPr>
              <a:defRPr sz="1125" b="1">
                <a:solidFill>
                  <a:srgbClr val="5B6758"/>
                </a:solidFill>
                <a:latin typeface="Arial"/>
                <a:ea typeface="Arial"/>
                <a:cs typeface="Arial"/>
              </a:defRPr>
            </a:lvl8pPr>
            <a:lvl9pPr>
              <a:defRPr sz="1125" b="1">
                <a:solidFill>
                  <a:srgbClr val="5B6758"/>
                </a:solidFill>
                <a:latin typeface="Arial"/>
                <a:ea typeface="Arial"/>
                <a:cs typeface="Arial"/>
              </a:defRPr>
            </a:lvl9pPr>
          </a:lstStyle>
          <a:p xmlns:a="http://schemas.openxmlformats.org/drawingml/2006/main">
            <a:pPr>
              <a:defRPr sz="1125" b="1">
                <a:solidFill>
                  <a:srgbClr val="5B6758"/>
                </a:solidFill>
                <a:latin typeface="Arial"/>
                <a:ea typeface="Arial"/>
                <a:cs typeface="Arial"/>
              </a:defRPr>
            </a:pPr>
            <a:r>
              <a:rPr sz="1125" b="1">
                <a:solidFill>
                  <a:srgbClr val="5B6758"/>
                </a:solidFill>
                <a:latin typeface="Arial"/>
                <a:ea typeface="Arial"/>
                <a:cs typeface="Arial"/>
              </a:rPr>
              <a:t>6-MINUTE PROJECT PRESENTATION</a:t>
            </a:r>
          </a:p>
        </p:txBody>
      </p:sp>
    </p:spTree>
    <p:extLst>
      <p:ext uri="{BB962C8B-B14F-4D97-AF65-F5344CB8AC3E}">
        <p14:creationId xmlns:p14="http://schemas.microsoft.com/office/powerpoint/2010/main" val="1024303949"/>
      </p:ext>
    </p:extLst>
  </p:cSld>
</p:sld>
</file>

<file path=ppt/slides/slide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4167AE3-0F9A-41F6-AE7E-2E5D4473536E}"/>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Product discovery</a:t>
            </a:r>
          </a:p>
        </p:txBody>
      </p:sp>
      <p:sp>
        <p:nvSpPr>
          <p:cNvPr id="2" name="">
            <a:extLst xmlns:a="http://schemas.openxmlformats.org/drawingml/2006/main">
              <a:ext uri="{FF2B5EF4-FFF2-40B4-BE49-F238E27FC236}">
                <a16:creationId xmlns:a16="http://schemas.microsoft.com/office/drawing/2014/main" id="{09E03163-1F32-4242-8046-937E35576620}"/>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5D2672-4B6D-42FA-9BE5-757E2493D198}"/>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4B740EE4-7BDA-4AB3-9FD6-29C6D263AE49}"/>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02 / 08     0:30–1:15</a:t>
            </a:r>
          </a:p>
        </p:txBody>
      </p:sp>
      <p:sp>
        <p:nvSpPr>
          <p:cNvPr id="5" name="">
            <a:extLst xmlns:a="http://schemas.openxmlformats.org/drawingml/2006/main">
              <a:ext uri="{FF2B5EF4-FFF2-40B4-BE49-F238E27FC236}">
                <a16:creationId xmlns:a16="http://schemas.microsoft.com/office/drawing/2014/main" id="{347A62D2-E525-4B53-A8D9-BE92341808DA}"/>
              </a:ext>
            </a:extLst>
          </p:cNvPr>
          <p:cNvSpPr>
            <a:spLocks xmlns:a="http://schemas.openxmlformats.org/drawingml/2006/main" noGrp="1"/>
          </p:cNvSpPr>
          <p:nvPr/>
        </p:nvSpPr>
        <p:spPr>
          <a:xfrm xmlns:a="http://schemas.openxmlformats.org/drawingml/2006/main">
            <a:off x="523875" y="1447800"/>
            <a:ext cx="7448550" cy="4662488"/>
          </a:xfrm>
          <a:prstGeom xmlns:a="http://schemas.openxmlformats.org/drawingml/2006/main" prst="roundRect">
            <a:avLst>
              <a:gd name="adj" fmla="val 1634"/>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5366BFE0-451C-4AFB-9ADE-DB684A71789D}"/>
              </a:ext>
            </a:extLst>
          </p:cNvPr>
          <p:cNvPicPr>
            <a:picLocks xmlns:a="http://schemas.openxmlformats.org/drawingml/2006/main" noChangeAspect="1"/>
          </p:cNvPicPr>
          <p:nvPr/>
        </p:nvPicPr>
        <p:blipFill>
          <a:blip xmlns:r="http://schemas.openxmlformats.org/officeDocument/2006/relationships" xmlns:a="http://schemas.openxmlformats.org/drawingml/2006/main" r:embed="Rf6c03952b53749a2"/>
          <a:stretch xmlns:a="http://schemas.openxmlformats.org/drawingml/2006/main"/>
        </p:blipFill>
        <p:spPr>
          <a:xfrm xmlns:a="http://schemas.openxmlformats.org/drawingml/2006/main">
            <a:off x="533400" y="1709211"/>
            <a:ext cx="7429500" cy="413966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0BACBA8-F85D-4806-8988-4FAB75C83C93}"/>
              </a:ext>
            </a:extLst>
          </p:cNvPr>
          <p:cNvSpPr>
            <a:spLocks xmlns:a="http://schemas.openxmlformats.org/drawingml/2006/main" noGrp="1"/>
          </p:cNvSpPr>
          <p:nvPr/>
        </p:nvSpPr>
        <p:spPr>
          <a:xfrm xmlns:a="http://schemas.openxmlformats.org/drawingml/2006/main">
            <a:off x="8343900" y="16192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Find a product</a:t>
            </a:r>
          </a:p>
        </p:txBody>
      </p:sp>
      <p:sp>
        <p:nvSpPr>
          <p:cNvPr id="8" name="">
            <a:extLst xmlns:a="http://schemas.openxmlformats.org/drawingml/2006/main">
              <a:ext uri="{FF2B5EF4-FFF2-40B4-BE49-F238E27FC236}">
                <a16:creationId xmlns:a16="http://schemas.microsoft.com/office/drawing/2014/main" id="{9DD3BDD5-3409-4408-A0BB-39DFAA6F5532}"/>
              </a:ext>
            </a:extLst>
          </p:cNvPr>
          <p:cNvSpPr>
            <a:spLocks xmlns:a="http://schemas.openxmlformats.org/drawingml/2006/main" noGrp="1"/>
          </p:cNvSpPr>
          <p:nvPr/>
        </p:nvSpPr>
        <p:spPr>
          <a:xfrm xmlns:a="http://schemas.openxmlformats.org/drawingml/2006/main">
            <a:off x="8343900" y="202882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Search, category filters and sorting</a:t>
            </a:r>
          </a:p>
        </p:txBody>
      </p:sp>
      <p:sp>
        <p:nvSpPr>
          <p:cNvPr id="9" name="">
            <a:extLst xmlns:a="http://schemas.openxmlformats.org/drawingml/2006/main">
              <a:ext uri="{FF2B5EF4-FFF2-40B4-BE49-F238E27FC236}">
                <a16:creationId xmlns:a16="http://schemas.microsoft.com/office/drawing/2014/main" id="{5E8A9CE7-4251-4D3F-94B7-0E823213B92F}"/>
              </a:ext>
            </a:extLst>
          </p:cNvPr>
          <p:cNvSpPr>
            <a:spLocks xmlns:a="http://schemas.openxmlformats.org/drawingml/2006/main" noGrp="1"/>
          </p:cNvSpPr>
          <p:nvPr/>
        </p:nvSpPr>
        <p:spPr>
          <a:xfrm xmlns:a="http://schemas.openxmlformats.org/drawingml/2006/main">
            <a:off x="8343900" y="30956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Compare quickly</a:t>
            </a:r>
          </a:p>
        </p:txBody>
      </p:sp>
      <p:sp>
        <p:nvSpPr>
          <p:cNvPr id="10" name="">
            <a:extLst xmlns:a="http://schemas.openxmlformats.org/drawingml/2006/main">
              <a:ext uri="{FF2B5EF4-FFF2-40B4-BE49-F238E27FC236}">
                <a16:creationId xmlns:a16="http://schemas.microsoft.com/office/drawing/2014/main" id="{3FE8F163-D3D7-48B7-A830-05CD98341DE5}"/>
              </a:ext>
            </a:extLst>
          </p:cNvPr>
          <p:cNvSpPr>
            <a:spLocks xmlns:a="http://schemas.openxmlformats.org/drawingml/2006/main" noGrp="1"/>
          </p:cNvSpPr>
          <p:nvPr/>
        </p:nvSpPr>
        <p:spPr>
          <a:xfrm xmlns:a="http://schemas.openxmlformats.org/drawingml/2006/main">
            <a:off x="8343900" y="35052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Prices and stock status on each card</a:t>
            </a:r>
          </a:p>
        </p:txBody>
      </p:sp>
      <p:sp>
        <p:nvSpPr>
          <p:cNvPr id="11" name="">
            <a:extLst xmlns:a="http://schemas.openxmlformats.org/drawingml/2006/main">
              <a:ext uri="{FF2B5EF4-FFF2-40B4-BE49-F238E27FC236}">
                <a16:creationId xmlns:a16="http://schemas.microsoft.com/office/drawing/2014/main" id="{6895AE45-29B3-490E-961A-6F28E5FDFF10}"/>
              </a:ext>
            </a:extLst>
          </p:cNvPr>
          <p:cNvSpPr>
            <a:spLocks xmlns:a="http://schemas.openxmlformats.org/drawingml/2006/main" noGrp="1"/>
          </p:cNvSpPr>
          <p:nvPr/>
        </p:nvSpPr>
        <p:spPr>
          <a:xfrm xmlns:a="http://schemas.openxmlformats.org/drawingml/2006/main">
            <a:off x="8343900" y="45720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Keep favorites</a:t>
            </a:r>
          </a:p>
        </p:txBody>
      </p:sp>
      <p:sp>
        <p:nvSpPr>
          <p:cNvPr id="12" name="">
            <a:extLst xmlns:a="http://schemas.openxmlformats.org/drawingml/2006/main">
              <a:ext uri="{FF2B5EF4-FFF2-40B4-BE49-F238E27FC236}">
                <a16:creationId xmlns:a16="http://schemas.microsoft.com/office/drawing/2014/main" id="{3FDADF7A-A88B-4BAE-A5C7-44D7A59FD613}"/>
              </a:ext>
            </a:extLst>
          </p:cNvPr>
          <p:cNvSpPr>
            <a:spLocks xmlns:a="http://schemas.openxmlformats.org/drawingml/2006/main" noGrp="1"/>
          </p:cNvSpPr>
          <p:nvPr/>
        </p:nvSpPr>
        <p:spPr>
          <a:xfrm xmlns:a="http://schemas.openxmlformats.org/drawingml/2006/main">
            <a:off x="8343900" y="49815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Wishlist and a signed-in account</a:t>
            </a:r>
          </a:p>
        </p:txBody>
      </p:sp>
    </p:spTree>
    <p:extLst>
      <p:ext uri="{BB962C8B-B14F-4D97-AF65-F5344CB8AC3E}">
        <p14:creationId xmlns:p14="http://schemas.microsoft.com/office/powerpoint/2010/main" val="1138218436"/>
      </p:ext>
    </p:extLst>
  </p:cSld>
</p:sld>
</file>

<file path=ppt/slides/slide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45EE4E-1807-4F95-BB35-9A62C31AB990}"/>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Product details and curated packages</a:t>
            </a:r>
          </a:p>
        </p:txBody>
      </p:sp>
      <p:sp>
        <p:nvSpPr>
          <p:cNvPr id="2" name="">
            <a:extLst xmlns:a="http://schemas.openxmlformats.org/drawingml/2006/main">
              <a:ext uri="{FF2B5EF4-FFF2-40B4-BE49-F238E27FC236}">
                <a16:creationId xmlns:a16="http://schemas.microsoft.com/office/drawing/2014/main" id="{9580DBB7-7E20-4BE3-8755-2FC429DB3443}"/>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0918AC-D67C-4EA1-B558-4904A836C82E}"/>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9C244FC2-9B0A-47B7-A07F-24C7DE438305}"/>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03 / 08     1:15–2:00</a:t>
            </a:r>
          </a:p>
        </p:txBody>
      </p:sp>
      <p:sp>
        <p:nvSpPr>
          <p:cNvPr id="5" name="">
            <a:extLst xmlns:a="http://schemas.openxmlformats.org/drawingml/2006/main">
              <a:ext uri="{FF2B5EF4-FFF2-40B4-BE49-F238E27FC236}">
                <a16:creationId xmlns:a16="http://schemas.microsoft.com/office/drawing/2014/main" id="{52AC3CC3-D07E-4EC4-B589-DBEAA3444370}"/>
              </a:ext>
            </a:extLst>
          </p:cNvPr>
          <p:cNvSpPr>
            <a:spLocks xmlns:a="http://schemas.openxmlformats.org/drawingml/2006/main" noGrp="1"/>
          </p:cNvSpPr>
          <p:nvPr/>
        </p:nvSpPr>
        <p:spPr>
          <a:xfrm xmlns:a="http://schemas.openxmlformats.org/drawingml/2006/main">
            <a:off x="523875" y="1466850"/>
            <a:ext cx="53530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89D6BB4B-3642-4269-8D7E-B13E470AEA2F}"/>
              </a:ext>
            </a:extLst>
          </p:cNvPr>
          <p:cNvPicPr>
            <a:picLocks xmlns:a="http://schemas.openxmlformats.org/drawingml/2006/main" noChangeAspect="1"/>
          </p:cNvPicPr>
          <p:nvPr/>
        </p:nvPicPr>
        <p:blipFill>
          <a:blip xmlns:r="http://schemas.openxmlformats.org/officeDocument/2006/relationships" xmlns:a="http://schemas.openxmlformats.org/drawingml/2006/main" r:embed="R9fb6aa17c61f4139"/>
          <a:stretch xmlns:a="http://schemas.openxmlformats.org/drawingml/2006/main"/>
        </p:blipFill>
        <p:spPr>
          <a:xfrm xmlns:a="http://schemas.openxmlformats.org/drawingml/2006/main">
            <a:off x="533400" y="1657216"/>
            <a:ext cx="5334000" cy="297206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EE49EED-D4BA-443C-B41A-0B6417534EB0}"/>
              </a:ext>
            </a:extLst>
          </p:cNvPr>
          <p:cNvSpPr>
            <a:spLocks xmlns:a="http://schemas.openxmlformats.org/drawingml/2006/main" noGrp="1"/>
          </p:cNvSpPr>
          <p:nvPr/>
        </p:nvSpPr>
        <p:spPr>
          <a:xfrm xmlns:a="http://schemas.openxmlformats.org/drawingml/2006/main">
            <a:off x="6315075" y="1466850"/>
            <a:ext cx="53530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BBC8B3"/>
            </a:solidFill>
          </a:ln>
        </p:spPr>
      </p:sp>
      <p:pic>
        <p:nvPicPr>
          <p:cNvPr id="8" name="">
            <a:extLst xmlns:a="http://schemas.openxmlformats.org/drawingml/2006/main">
              <a:ext uri="{FF2B5EF4-FFF2-40B4-BE49-F238E27FC236}">
                <a16:creationId xmlns:a16="http://schemas.microsoft.com/office/drawing/2014/main" id="{EF16AB8C-D20D-4074-9C73-B03BDA253BE0}"/>
              </a:ext>
            </a:extLst>
          </p:cNvPr>
          <p:cNvPicPr>
            <a:picLocks xmlns:a="http://schemas.openxmlformats.org/drawingml/2006/main" noChangeAspect="1"/>
          </p:cNvPicPr>
          <p:nvPr/>
        </p:nvPicPr>
        <p:blipFill>
          <a:blip xmlns:r="http://schemas.openxmlformats.org/officeDocument/2006/relationships" xmlns:a="http://schemas.openxmlformats.org/drawingml/2006/main" r:embed="R77ec2c3a93da4f77"/>
          <a:stretch xmlns:a="http://schemas.openxmlformats.org/drawingml/2006/main"/>
        </p:blipFill>
        <p:spPr>
          <a:xfrm xmlns:a="http://schemas.openxmlformats.org/drawingml/2006/main">
            <a:off x="6533791" y="1476375"/>
            <a:ext cx="4915618" cy="3333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DEFA0E2-2D1E-4CCA-BE25-EB97C8CC1DAD}"/>
              </a:ext>
            </a:extLst>
          </p:cNvPr>
          <p:cNvSpPr>
            <a:spLocks xmlns:a="http://schemas.openxmlformats.org/drawingml/2006/main" noGrp="1"/>
          </p:cNvSpPr>
          <p:nvPr/>
        </p:nvSpPr>
        <p:spPr>
          <a:xfrm xmlns:a="http://schemas.openxmlformats.org/drawingml/2006/main">
            <a:off x="533400" y="50673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Product information</a:t>
            </a:r>
          </a:p>
        </p:txBody>
      </p:sp>
      <p:sp>
        <p:nvSpPr>
          <p:cNvPr id="10" name="">
            <a:extLst xmlns:a="http://schemas.openxmlformats.org/drawingml/2006/main">
              <a:ext uri="{FF2B5EF4-FFF2-40B4-BE49-F238E27FC236}">
                <a16:creationId xmlns:a16="http://schemas.microsoft.com/office/drawing/2014/main" id="{838158E2-2BE4-4903-9CA0-0C6FD40AFA28}"/>
              </a:ext>
            </a:extLst>
          </p:cNvPr>
          <p:cNvSpPr>
            <a:spLocks xmlns:a="http://schemas.openxmlformats.org/drawingml/2006/main" noGrp="1"/>
          </p:cNvSpPr>
          <p:nvPr/>
        </p:nvSpPr>
        <p:spPr>
          <a:xfrm xmlns:a="http://schemas.openxmlformats.org/drawingml/2006/main">
            <a:off x="533400" y="5476875"/>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Gallery, availability, reviews and basket action</a:t>
            </a:r>
          </a:p>
        </p:txBody>
      </p:sp>
      <p:sp>
        <p:nvSpPr>
          <p:cNvPr id="11" name="">
            <a:extLst xmlns:a="http://schemas.openxmlformats.org/drawingml/2006/main">
              <a:ext uri="{FF2B5EF4-FFF2-40B4-BE49-F238E27FC236}">
                <a16:creationId xmlns:a16="http://schemas.microsoft.com/office/drawing/2014/main" id="{4611CB04-70B1-476F-BB52-EFDE64F48B7B}"/>
              </a:ext>
            </a:extLst>
          </p:cNvPr>
          <p:cNvSpPr>
            <a:spLocks xmlns:a="http://schemas.openxmlformats.org/drawingml/2006/main" noGrp="1"/>
          </p:cNvSpPr>
          <p:nvPr/>
        </p:nvSpPr>
        <p:spPr>
          <a:xfrm xmlns:a="http://schemas.openxmlformats.org/drawingml/2006/main">
            <a:off x="6324600" y="50673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Package value</a:t>
            </a:r>
          </a:p>
        </p:txBody>
      </p:sp>
      <p:sp>
        <p:nvSpPr>
          <p:cNvPr id="12" name="">
            <a:extLst xmlns:a="http://schemas.openxmlformats.org/drawingml/2006/main">
              <a:ext uri="{FF2B5EF4-FFF2-40B4-BE49-F238E27FC236}">
                <a16:creationId xmlns:a16="http://schemas.microsoft.com/office/drawing/2014/main" id="{9BFF1D44-1C6A-45A8-B460-340E53C92418}"/>
              </a:ext>
            </a:extLst>
          </p:cNvPr>
          <p:cNvSpPr>
            <a:spLocks xmlns:a="http://schemas.openxmlformats.org/drawingml/2006/main" noGrp="1"/>
          </p:cNvSpPr>
          <p:nvPr/>
        </p:nvSpPr>
        <p:spPr>
          <a:xfrm xmlns:a="http://schemas.openxmlformats.org/drawingml/2006/main">
            <a:off x="6324600" y="5476875"/>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Product quantities, shared discount and full details</a:t>
            </a:r>
          </a:p>
        </p:txBody>
      </p:sp>
    </p:spTree>
    <p:extLst>
      <p:ext uri="{BB962C8B-B14F-4D97-AF65-F5344CB8AC3E}">
        <p14:creationId xmlns:p14="http://schemas.microsoft.com/office/powerpoint/2010/main" val="1540733001"/>
      </p:ext>
    </p:extLst>
  </p:cSld>
</p:sld>
</file>

<file path=ppt/slides/slide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677D20-5A6B-407F-B7FB-F07123464438}"/>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Basket and order confirmation</a:t>
            </a:r>
          </a:p>
        </p:txBody>
      </p:sp>
      <p:sp>
        <p:nvSpPr>
          <p:cNvPr id="2" name="">
            <a:extLst xmlns:a="http://schemas.openxmlformats.org/drawingml/2006/main">
              <a:ext uri="{FF2B5EF4-FFF2-40B4-BE49-F238E27FC236}">
                <a16:creationId xmlns:a16="http://schemas.microsoft.com/office/drawing/2014/main" id="{08A58A04-0D2A-4932-A630-30751C09D528}"/>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C8CFB7-F3E5-43B7-9844-9256E71BFB59}"/>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70C9AC8C-885F-4EBD-986B-C468947CD446}"/>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04 / 08     2:00–2:50</a:t>
            </a:r>
          </a:p>
        </p:txBody>
      </p:sp>
      <p:sp>
        <p:nvSpPr>
          <p:cNvPr id="5" name="">
            <a:extLst xmlns:a="http://schemas.openxmlformats.org/drawingml/2006/main">
              <a:ext uri="{FF2B5EF4-FFF2-40B4-BE49-F238E27FC236}">
                <a16:creationId xmlns:a16="http://schemas.microsoft.com/office/drawing/2014/main" id="{98C60704-A1A6-48E9-86EE-E216876EA0E5}"/>
              </a:ext>
            </a:extLst>
          </p:cNvPr>
          <p:cNvSpPr>
            <a:spLocks xmlns:a="http://schemas.openxmlformats.org/drawingml/2006/main" noGrp="1"/>
          </p:cNvSpPr>
          <p:nvPr/>
        </p:nvSpPr>
        <p:spPr>
          <a:xfrm xmlns:a="http://schemas.openxmlformats.org/drawingml/2006/main">
            <a:off x="533400" y="161925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A compact basket</a:t>
            </a:r>
          </a:p>
        </p:txBody>
      </p:sp>
      <p:sp>
        <p:nvSpPr>
          <p:cNvPr id="6" name="">
            <a:extLst xmlns:a="http://schemas.openxmlformats.org/drawingml/2006/main">
              <a:ext uri="{FF2B5EF4-FFF2-40B4-BE49-F238E27FC236}">
                <a16:creationId xmlns:a16="http://schemas.microsoft.com/office/drawing/2014/main" id="{D55EF0FE-2560-4E02-9CA1-6734078C1354}"/>
              </a:ext>
            </a:extLst>
          </p:cNvPr>
          <p:cNvSpPr>
            <a:spLocks xmlns:a="http://schemas.openxmlformats.org/drawingml/2006/main" noGrp="1"/>
          </p:cNvSpPr>
          <p:nvPr/>
        </p:nvSpPr>
        <p:spPr>
          <a:xfrm xmlns:a="http://schemas.openxmlformats.org/drawingml/2006/main">
            <a:off x="533400" y="202882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Three visible items; the full list opens in a popup</a:t>
            </a:r>
          </a:p>
        </p:txBody>
      </p:sp>
      <p:sp>
        <p:nvSpPr>
          <p:cNvPr id="7" name="">
            <a:extLst xmlns:a="http://schemas.openxmlformats.org/drawingml/2006/main">
              <a:ext uri="{FF2B5EF4-FFF2-40B4-BE49-F238E27FC236}">
                <a16:creationId xmlns:a16="http://schemas.microsoft.com/office/drawing/2014/main" id="{D631ABFF-670C-443F-956A-A389C075FB48}"/>
              </a:ext>
            </a:extLst>
          </p:cNvPr>
          <p:cNvSpPr>
            <a:spLocks xmlns:a="http://schemas.openxmlformats.org/drawingml/2006/main" noGrp="1"/>
          </p:cNvSpPr>
          <p:nvPr/>
        </p:nvSpPr>
        <p:spPr>
          <a:xfrm xmlns:a="http://schemas.openxmlformats.org/drawingml/2006/main">
            <a:off x="533400" y="3114675"/>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Review before sending</a:t>
            </a:r>
          </a:p>
        </p:txBody>
      </p:sp>
      <p:sp>
        <p:nvSpPr>
          <p:cNvPr id="8" name="">
            <a:extLst xmlns:a="http://schemas.openxmlformats.org/drawingml/2006/main">
              <a:ext uri="{FF2B5EF4-FFF2-40B4-BE49-F238E27FC236}">
                <a16:creationId xmlns:a16="http://schemas.microsoft.com/office/drawing/2014/main" id="{B736CE2C-7F9E-40BB-8FAF-A06F47F53B59}"/>
              </a:ext>
            </a:extLst>
          </p:cNvPr>
          <p:cNvSpPr>
            <a:spLocks xmlns:a="http://schemas.openxmlformats.org/drawingml/2006/main" noGrp="1"/>
          </p:cNvSpPr>
          <p:nvPr/>
        </p:nvSpPr>
        <p:spPr>
          <a:xfrm xmlns:a="http://schemas.openxmlformats.org/drawingml/2006/main">
            <a:off x="533400" y="3524250"/>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Quantities and totals remain visible</a:t>
            </a:r>
          </a:p>
        </p:txBody>
      </p:sp>
      <p:sp>
        <p:nvSpPr>
          <p:cNvPr id="9" name="">
            <a:extLst xmlns:a="http://schemas.openxmlformats.org/drawingml/2006/main">
              <a:ext uri="{FF2B5EF4-FFF2-40B4-BE49-F238E27FC236}">
                <a16:creationId xmlns:a16="http://schemas.microsoft.com/office/drawing/2014/main" id="{81BF1C37-66CE-4736-A4C6-F2EF0414CE27}"/>
              </a:ext>
            </a:extLst>
          </p:cNvPr>
          <p:cNvSpPr>
            <a:spLocks xmlns:a="http://schemas.openxmlformats.org/drawingml/2006/main" noGrp="1"/>
          </p:cNvSpPr>
          <p:nvPr/>
        </p:nvSpPr>
        <p:spPr>
          <a:xfrm xmlns:a="http://schemas.openxmlformats.org/drawingml/2006/main">
            <a:off x="533400" y="46101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Confirmation request</a:t>
            </a:r>
          </a:p>
        </p:txBody>
      </p:sp>
      <p:sp>
        <p:nvSpPr>
          <p:cNvPr id="10" name="">
            <a:extLst xmlns:a="http://schemas.openxmlformats.org/drawingml/2006/main">
              <a:ext uri="{FF2B5EF4-FFF2-40B4-BE49-F238E27FC236}">
                <a16:creationId xmlns:a16="http://schemas.microsoft.com/office/drawing/2014/main" id="{F4B6270E-FEC4-4343-A0F3-A419D77B7260}"/>
              </a:ext>
            </a:extLst>
          </p:cNvPr>
          <p:cNvSpPr>
            <a:spLocks xmlns:a="http://schemas.openxmlformats.org/drawingml/2006/main" noGrp="1"/>
          </p:cNvSpPr>
          <p:nvPr/>
        </p:nvSpPr>
        <p:spPr>
          <a:xfrm xmlns:a="http://schemas.openxmlformats.org/drawingml/2006/main">
            <a:off x="533400" y="5019675"/>
            <a:ext cx="291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Delivery and payment require later approval</a:t>
            </a:r>
          </a:p>
        </p:txBody>
      </p:sp>
      <p:sp>
        <p:nvSpPr>
          <p:cNvPr id="11" name="">
            <a:extLst xmlns:a="http://schemas.openxmlformats.org/drawingml/2006/main">
              <a:ext uri="{FF2B5EF4-FFF2-40B4-BE49-F238E27FC236}">
                <a16:creationId xmlns:a16="http://schemas.microsoft.com/office/drawing/2014/main" id="{7EFA4556-BCD3-4092-95F5-D72F7E8425FE}"/>
              </a:ext>
            </a:extLst>
          </p:cNvPr>
          <p:cNvSpPr>
            <a:spLocks xmlns:a="http://schemas.openxmlformats.org/drawingml/2006/main" noGrp="1"/>
          </p:cNvSpPr>
          <p:nvPr/>
        </p:nvSpPr>
        <p:spPr>
          <a:xfrm xmlns:a="http://schemas.openxmlformats.org/drawingml/2006/main">
            <a:off x="3914775" y="1466850"/>
            <a:ext cx="7639050" cy="4781550"/>
          </a:xfrm>
          <a:prstGeom xmlns:a="http://schemas.openxmlformats.org/drawingml/2006/main" prst="roundRect">
            <a:avLst>
              <a:gd name="adj" fmla="val 1594"/>
            </a:avLst>
          </a:prstGeom>
          <a:solidFill xmlns:a="http://schemas.openxmlformats.org/drawingml/2006/main">
            <a:srgbClr val="FFFFFF"/>
          </a:solidFill>
          <a:ln xmlns:a="http://schemas.openxmlformats.org/drawingml/2006/main" w="9525">
            <a:solidFill>
              <a:srgbClr val="BBC8B3"/>
            </a:solidFill>
          </a:ln>
        </p:spPr>
      </p:sp>
      <p:pic>
        <p:nvPicPr>
          <p:cNvPr id="12" name="">
            <a:extLst xmlns:a="http://schemas.openxmlformats.org/drawingml/2006/main">
              <a:ext uri="{FF2B5EF4-FFF2-40B4-BE49-F238E27FC236}">
                <a16:creationId xmlns:a16="http://schemas.microsoft.com/office/drawing/2014/main" id="{036323A8-638D-47EC-8999-796BD8CE7617}"/>
              </a:ext>
            </a:extLst>
          </p:cNvPr>
          <p:cNvPicPr>
            <a:picLocks xmlns:a="http://schemas.openxmlformats.org/drawingml/2006/main" noChangeAspect="1"/>
          </p:cNvPicPr>
          <p:nvPr/>
        </p:nvPicPr>
        <p:blipFill>
          <a:blip xmlns:r="http://schemas.openxmlformats.org/officeDocument/2006/relationships" xmlns:a="http://schemas.openxmlformats.org/drawingml/2006/main" r:embed="R3002211e7f4b4c10"/>
          <a:stretch xmlns:a="http://schemas.openxmlformats.org/drawingml/2006/main"/>
        </p:blipFill>
        <p:spPr>
          <a:xfrm xmlns:a="http://schemas.openxmlformats.org/drawingml/2006/main">
            <a:off x="3924300" y="1734720"/>
            <a:ext cx="7620000" cy="4245811"/>
          </a:xfrm>
          <a:prstGeom xmlns:a="http://schemas.openxmlformats.org/drawingml/2006/main" prst="rect">
            <a:avLst/>
          </a:prstGeom>
        </p:spPr>
      </p:pic>
    </p:spTree>
    <p:extLst>
      <p:ext uri="{BB962C8B-B14F-4D97-AF65-F5344CB8AC3E}">
        <p14:creationId xmlns:p14="http://schemas.microsoft.com/office/powerpoint/2010/main" val="1279392679"/>
      </p:ext>
    </p:extLst>
  </p:cSld>
</p:sld>
</file>

<file path=ppt/slides/slide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7F2087-8870-4D14-8939-E233781E6947}"/>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The admin workspace</a:t>
            </a:r>
          </a:p>
        </p:txBody>
      </p:sp>
      <p:sp>
        <p:nvSpPr>
          <p:cNvPr id="2" name="">
            <a:extLst xmlns:a="http://schemas.openxmlformats.org/drawingml/2006/main">
              <a:ext uri="{FF2B5EF4-FFF2-40B4-BE49-F238E27FC236}">
                <a16:creationId xmlns:a16="http://schemas.microsoft.com/office/drawing/2014/main" id="{011F7039-D8D3-4650-8C4D-1E0A2FC64922}"/>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F34688-ABFD-4846-AA92-0BA9266A58AC}"/>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ED12F292-C710-4E7A-8421-71460F5FDBB7}"/>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05 / 08     2:50–3:40</a:t>
            </a:r>
          </a:p>
        </p:txBody>
      </p:sp>
      <p:sp>
        <p:nvSpPr>
          <p:cNvPr id="5" name="">
            <a:extLst xmlns:a="http://schemas.openxmlformats.org/drawingml/2006/main">
              <a:ext uri="{FF2B5EF4-FFF2-40B4-BE49-F238E27FC236}">
                <a16:creationId xmlns:a16="http://schemas.microsoft.com/office/drawing/2014/main" id="{D1EFFAE0-554F-475C-9D2E-9B4904E0D16B}"/>
              </a:ext>
            </a:extLst>
          </p:cNvPr>
          <p:cNvSpPr>
            <a:spLocks xmlns:a="http://schemas.openxmlformats.org/drawingml/2006/main" noGrp="1"/>
          </p:cNvSpPr>
          <p:nvPr/>
        </p:nvSpPr>
        <p:spPr>
          <a:xfrm xmlns:a="http://schemas.openxmlformats.org/drawingml/2006/main">
            <a:off x="3914775" y="1466850"/>
            <a:ext cx="7562850" cy="4733925"/>
          </a:xfrm>
          <a:prstGeom xmlns:a="http://schemas.openxmlformats.org/drawingml/2006/main" prst="roundRect">
            <a:avLst>
              <a:gd name="adj" fmla="val 1610"/>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6E47A56C-DA96-43BF-AF36-4EB47161DFBC}"/>
              </a:ext>
            </a:extLst>
          </p:cNvPr>
          <p:cNvPicPr>
            <a:picLocks xmlns:a="http://schemas.openxmlformats.org/drawingml/2006/main" noChangeAspect="1"/>
          </p:cNvPicPr>
          <p:nvPr/>
        </p:nvPicPr>
        <p:blipFill>
          <a:blip xmlns:r="http://schemas.openxmlformats.org/officeDocument/2006/relationships" xmlns:a="http://schemas.openxmlformats.org/drawingml/2006/main" r:embed="Ra37c6f5b35a44507"/>
          <a:stretch xmlns:a="http://schemas.openxmlformats.org/drawingml/2006/main"/>
        </p:blipFill>
        <p:spPr>
          <a:xfrm xmlns:a="http://schemas.openxmlformats.org/drawingml/2006/main">
            <a:off x="3924300" y="1732136"/>
            <a:ext cx="7543800" cy="420335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F1E5F4B-9272-43E7-AA67-CFF66D60DBBE}"/>
              </a:ext>
            </a:extLst>
          </p:cNvPr>
          <p:cNvSpPr>
            <a:spLocks xmlns:a="http://schemas.openxmlformats.org/drawingml/2006/main" noGrp="1"/>
          </p:cNvSpPr>
          <p:nvPr/>
        </p:nvSpPr>
        <p:spPr>
          <a:xfrm xmlns:a="http://schemas.openxmlformats.org/drawingml/2006/main">
            <a:off x="533400" y="1666875"/>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Store overview</a:t>
            </a:r>
          </a:p>
        </p:txBody>
      </p:sp>
      <p:sp>
        <p:nvSpPr>
          <p:cNvPr id="8" name="">
            <a:extLst xmlns:a="http://schemas.openxmlformats.org/drawingml/2006/main">
              <a:ext uri="{FF2B5EF4-FFF2-40B4-BE49-F238E27FC236}">
                <a16:creationId xmlns:a16="http://schemas.microsoft.com/office/drawing/2014/main" id="{EC5AC685-49AA-43A2-971F-B8A565E9FABF}"/>
              </a:ext>
            </a:extLst>
          </p:cNvPr>
          <p:cNvSpPr>
            <a:spLocks xmlns:a="http://schemas.openxmlformats.org/drawingml/2006/main" noGrp="1"/>
          </p:cNvSpPr>
          <p:nvPr/>
        </p:nvSpPr>
        <p:spPr>
          <a:xfrm xmlns:a="http://schemas.openxmlformats.org/drawingml/2006/main">
            <a:off x="533400" y="2076450"/>
            <a:ext cx="2981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Statistics and visual summaries</a:t>
            </a:r>
          </a:p>
        </p:txBody>
      </p:sp>
      <p:sp>
        <p:nvSpPr>
          <p:cNvPr id="9" name="">
            <a:extLst xmlns:a="http://schemas.openxmlformats.org/drawingml/2006/main">
              <a:ext uri="{FF2B5EF4-FFF2-40B4-BE49-F238E27FC236}">
                <a16:creationId xmlns:a16="http://schemas.microsoft.com/office/drawing/2014/main" id="{224E0076-C675-4D38-A12D-B626EF3E26CB}"/>
              </a:ext>
            </a:extLst>
          </p:cNvPr>
          <p:cNvSpPr>
            <a:spLocks xmlns:a="http://schemas.openxmlformats.org/drawingml/2006/main" noGrp="1"/>
          </p:cNvSpPr>
          <p:nvPr/>
        </p:nvSpPr>
        <p:spPr>
          <a:xfrm xmlns:a="http://schemas.openxmlformats.org/drawingml/2006/main">
            <a:off x="533400" y="318135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Catalog management</a:t>
            </a:r>
          </a:p>
        </p:txBody>
      </p:sp>
      <p:sp>
        <p:nvSpPr>
          <p:cNvPr id="10" name="">
            <a:extLst xmlns:a="http://schemas.openxmlformats.org/drawingml/2006/main">
              <a:ext uri="{FF2B5EF4-FFF2-40B4-BE49-F238E27FC236}">
                <a16:creationId xmlns:a16="http://schemas.microsoft.com/office/drawing/2014/main" id="{4AC3E605-621A-4EAA-BEE4-7150F9AF5768}"/>
              </a:ext>
            </a:extLst>
          </p:cNvPr>
          <p:cNvSpPr>
            <a:spLocks xmlns:a="http://schemas.openxmlformats.org/drawingml/2006/main" noGrp="1"/>
          </p:cNvSpPr>
          <p:nvPr/>
        </p:nvSpPr>
        <p:spPr>
          <a:xfrm xmlns:a="http://schemas.openxmlformats.org/drawingml/2006/main">
            <a:off x="533400" y="3590925"/>
            <a:ext cx="2981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Products, images, categories and stock</a:t>
            </a:r>
          </a:p>
        </p:txBody>
      </p:sp>
      <p:sp>
        <p:nvSpPr>
          <p:cNvPr id="11" name="">
            <a:extLst xmlns:a="http://schemas.openxmlformats.org/drawingml/2006/main">
              <a:ext uri="{FF2B5EF4-FFF2-40B4-BE49-F238E27FC236}">
                <a16:creationId xmlns:a16="http://schemas.microsoft.com/office/drawing/2014/main" id="{2D909C33-5D6E-4673-B049-EB260B08A5A0}"/>
              </a:ext>
            </a:extLst>
          </p:cNvPr>
          <p:cNvSpPr>
            <a:spLocks xmlns:a="http://schemas.openxmlformats.org/drawingml/2006/main" noGrp="1"/>
          </p:cNvSpPr>
          <p:nvPr/>
        </p:nvSpPr>
        <p:spPr>
          <a:xfrm xmlns:a="http://schemas.openxmlformats.org/drawingml/2006/main">
            <a:off x="533400" y="4695825"/>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Role-based access</a:t>
            </a:r>
          </a:p>
        </p:txBody>
      </p:sp>
      <p:sp>
        <p:nvSpPr>
          <p:cNvPr id="12" name="">
            <a:extLst xmlns:a="http://schemas.openxmlformats.org/drawingml/2006/main">
              <a:ext uri="{FF2B5EF4-FFF2-40B4-BE49-F238E27FC236}">
                <a16:creationId xmlns:a16="http://schemas.microsoft.com/office/drawing/2014/main" id="{0F54D601-E507-4BE0-B128-CC0D104E8351}"/>
              </a:ext>
            </a:extLst>
          </p:cNvPr>
          <p:cNvSpPr>
            <a:spLocks xmlns:a="http://schemas.openxmlformats.org/drawingml/2006/main" noGrp="1"/>
          </p:cNvSpPr>
          <p:nvPr/>
        </p:nvSpPr>
        <p:spPr>
          <a:xfrm xmlns:a="http://schemas.openxmlformats.org/drawingml/2006/main">
            <a:off x="533400" y="5105400"/>
            <a:ext cx="2981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Admin tools remain restricted</a:t>
            </a:r>
          </a:p>
        </p:txBody>
      </p:sp>
    </p:spTree>
    <p:extLst>
      <p:ext uri="{BB962C8B-B14F-4D97-AF65-F5344CB8AC3E}">
        <p14:creationId xmlns:p14="http://schemas.microsoft.com/office/powerpoint/2010/main" val="53957161"/>
      </p:ext>
    </p:extLst>
  </p:cSld>
</p:sld>
</file>

<file path=ppt/slides/slide6.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FCA54E-2F77-4A49-98DC-73F7D71CE79C}"/>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Managing products and store operations</a:t>
            </a:r>
          </a:p>
        </p:txBody>
      </p:sp>
      <p:sp>
        <p:nvSpPr>
          <p:cNvPr id="2" name="">
            <a:extLst xmlns:a="http://schemas.openxmlformats.org/drawingml/2006/main">
              <a:ext uri="{FF2B5EF4-FFF2-40B4-BE49-F238E27FC236}">
                <a16:creationId xmlns:a16="http://schemas.microsoft.com/office/drawing/2014/main" id="{0222AE4D-7501-4EFC-8B3B-4D99E27ED1FB}"/>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FAC176-08FC-4872-A31C-75A201DC9F16}"/>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D35924C7-902D-4CD5-9A4E-2ECC99A3A4AD}"/>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06 / 08     3:40–4:25</a:t>
            </a:r>
          </a:p>
        </p:txBody>
      </p:sp>
      <p:sp>
        <p:nvSpPr>
          <p:cNvPr id="5" name="">
            <a:extLst xmlns:a="http://schemas.openxmlformats.org/drawingml/2006/main">
              <a:ext uri="{FF2B5EF4-FFF2-40B4-BE49-F238E27FC236}">
                <a16:creationId xmlns:a16="http://schemas.microsoft.com/office/drawing/2014/main" id="{8227AAB6-EE02-4D71-B738-736071F8BC7B}"/>
              </a:ext>
            </a:extLst>
          </p:cNvPr>
          <p:cNvSpPr>
            <a:spLocks xmlns:a="http://schemas.openxmlformats.org/drawingml/2006/main" noGrp="1"/>
          </p:cNvSpPr>
          <p:nvPr/>
        </p:nvSpPr>
        <p:spPr>
          <a:xfrm xmlns:a="http://schemas.openxmlformats.org/drawingml/2006/main">
            <a:off x="523875" y="1466850"/>
            <a:ext cx="53530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22034E70-F726-43EA-BCE0-7DE3FA7037D4}"/>
              </a:ext>
            </a:extLst>
          </p:cNvPr>
          <p:cNvPicPr>
            <a:picLocks xmlns:a="http://schemas.openxmlformats.org/drawingml/2006/main" noChangeAspect="1"/>
          </p:cNvPicPr>
          <p:nvPr/>
        </p:nvPicPr>
        <p:blipFill>
          <a:blip xmlns:r="http://schemas.openxmlformats.org/officeDocument/2006/relationships" xmlns:a="http://schemas.openxmlformats.org/drawingml/2006/main" r:embed="Rbb8016f31311441d"/>
          <a:stretch xmlns:a="http://schemas.openxmlformats.org/drawingml/2006/main"/>
        </p:blipFill>
        <p:spPr>
          <a:xfrm xmlns:a="http://schemas.openxmlformats.org/drawingml/2006/main">
            <a:off x="533400" y="1657216"/>
            <a:ext cx="5334000" cy="297206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FB30E7F-E936-4E9D-8333-7711EA314EB9}"/>
              </a:ext>
            </a:extLst>
          </p:cNvPr>
          <p:cNvSpPr>
            <a:spLocks xmlns:a="http://schemas.openxmlformats.org/drawingml/2006/main" noGrp="1"/>
          </p:cNvSpPr>
          <p:nvPr/>
        </p:nvSpPr>
        <p:spPr>
          <a:xfrm xmlns:a="http://schemas.openxmlformats.org/drawingml/2006/main">
            <a:off x="6315075" y="1466850"/>
            <a:ext cx="53530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BBC8B3"/>
            </a:solidFill>
          </a:ln>
        </p:spPr>
      </p:sp>
      <p:pic>
        <p:nvPicPr>
          <p:cNvPr id="8" name="">
            <a:extLst xmlns:a="http://schemas.openxmlformats.org/drawingml/2006/main">
              <a:ext uri="{FF2B5EF4-FFF2-40B4-BE49-F238E27FC236}">
                <a16:creationId xmlns:a16="http://schemas.microsoft.com/office/drawing/2014/main" id="{A142E1B1-56E2-4739-BBA6-627709A4C8EE}"/>
              </a:ext>
            </a:extLst>
          </p:cNvPr>
          <p:cNvPicPr>
            <a:picLocks xmlns:a="http://schemas.openxmlformats.org/drawingml/2006/main" noChangeAspect="1"/>
          </p:cNvPicPr>
          <p:nvPr/>
        </p:nvPicPr>
        <p:blipFill>
          <a:blip xmlns:r="http://schemas.openxmlformats.org/officeDocument/2006/relationships" xmlns:a="http://schemas.openxmlformats.org/drawingml/2006/main" r:embed="R4d22c7198bdc4b27"/>
          <a:stretch xmlns:a="http://schemas.openxmlformats.org/drawingml/2006/main"/>
        </p:blipFill>
        <p:spPr>
          <a:xfrm xmlns:a="http://schemas.openxmlformats.org/drawingml/2006/main">
            <a:off x="6324600" y="1785938"/>
            <a:ext cx="5334000" cy="2714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6C5FAC5-5F87-4CAA-9683-18F142AD0984}"/>
              </a:ext>
            </a:extLst>
          </p:cNvPr>
          <p:cNvSpPr>
            <a:spLocks xmlns:a="http://schemas.openxmlformats.org/drawingml/2006/main" noGrp="1"/>
          </p:cNvSpPr>
          <p:nvPr/>
        </p:nvSpPr>
        <p:spPr>
          <a:xfrm xmlns:a="http://schemas.openxmlformats.org/drawingml/2006/main">
            <a:off x="533400" y="50577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Products and stock</a:t>
            </a:r>
          </a:p>
        </p:txBody>
      </p:sp>
      <p:sp>
        <p:nvSpPr>
          <p:cNvPr id="10" name="">
            <a:extLst xmlns:a="http://schemas.openxmlformats.org/drawingml/2006/main">
              <a:ext uri="{FF2B5EF4-FFF2-40B4-BE49-F238E27FC236}">
                <a16:creationId xmlns:a16="http://schemas.microsoft.com/office/drawing/2014/main" id="{577D7632-AF08-4FF2-98E4-BBA3F57B0973}"/>
              </a:ext>
            </a:extLst>
          </p:cNvPr>
          <p:cNvSpPr>
            <a:spLocks xmlns:a="http://schemas.openxmlformats.org/drawingml/2006/main" noGrp="1"/>
          </p:cNvSpPr>
          <p:nvPr/>
        </p:nvSpPr>
        <p:spPr>
          <a:xfrm xmlns:a="http://schemas.openxmlformats.org/drawingml/2006/main">
            <a:off x="533400" y="546735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Search, filters, quantities and image management</a:t>
            </a:r>
          </a:p>
        </p:txBody>
      </p:sp>
      <p:sp>
        <p:nvSpPr>
          <p:cNvPr id="11" name="">
            <a:extLst xmlns:a="http://schemas.openxmlformats.org/drawingml/2006/main">
              <a:ext uri="{FF2B5EF4-FFF2-40B4-BE49-F238E27FC236}">
                <a16:creationId xmlns:a16="http://schemas.microsoft.com/office/drawing/2014/main" id="{5A5B6C01-FD76-4C75-9025-D95349A83275}"/>
              </a:ext>
            </a:extLst>
          </p:cNvPr>
          <p:cNvSpPr>
            <a:spLocks xmlns:a="http://schemas.openxmlformats.org/drawingml/2006/main" noGrp="1"/>
          </p:cNvSpPr>
          <p:nvPr/>
        </p:nvSpPr>
        <p:spPr>
          <a:xfrm xmlns:a="http://schemas.openxmlformats.org/drawingml/2006/main">
            <a:off x="6324600" y="50577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Packages and operations</a:t>
            </a:r>
          </a:p>
        </p:txBody>
      </p:sp>
      <p:sp>
        <p:nvSpPr>
          <p:cNvPr id="12" name="">
            <a:extLst xmlns:a="http://schemas.openxmlformats.org/drawingml/2006/main">
              <a:ext uri="{FF2B5EF4-FFF2-40B4-BE49-F238E27FC236}">
                <a16:creationId xmlns:a16="http://schemas.microsoft.com/office/drawing/2014/main" id="{14437CAE-A2D7-4DE6-B77E-CC85BFC91117}"/>
              </a:ext>
            </a:extLst>
          </p:cNvPr>
          <p:cNvSpPr>
            <a:spLocks xmlns:a="http://schemas.openxmlformats.org/drawingml/2006/main" noGrp="1"/>
          </p:cNvSpPr>
          <p:nvPr/>
        </p:nvSpPr>
        <p:spPr>
          <a:xfrm xmlns:a="http://schemas.openxmlformats.org/drawingml/2006/main">
            <a:off x="6324600" y="546735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Package controls, orders, customers, messages and reviews</a:t>
            </a:r>
          </a:p>
        </p:txBody>
      </p:sp>
    </p:spTree>
    <p:extLst>
      <p:ext uri="{BB962C8B-B14F-4D97-AF65-F5344CB8AC3E}">
        <p14:creationId xmlns:p14="http://schemas.microsoft.com/office/powerpoint/2010/main" val="687041230"/>
      </p:ext>
    </p:extLst>
  </p:cSld>
</p:sld>
</file>

<file path=ppt/slides/slide7.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B42A5E9-7D89-4657-9968-34D7EDB49714}"/>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AI reports with flexible reporting periods</a:t>
            </a:r>
          </a:p>
        </p:txBody>
      </p:sp>
      <p:sp>
        <p:nvSpPr>
          <p:cNvPr id="2" name="">
            <a:extLst xmlns:a="http://schemas.openxmlformats.org/drawingml/2006/main">
              <a:ext uri="{FF2B5EF4-FFF2-40B4-BE49-F238E27FC236}">
                <a16:creationId xmlns:a16="http://schemas.microsoft.com/office/drawing/2014/main" id="{6BB188DA-B8EB-4088-9233-7820E3E2DD0E}"/>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82BDC4-F183-487E-B448-035104116A3F}"/>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C912E535-55E4-47D7-AF89-DEF8BD0E9D7A}"/>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07 / 08     4:25–5:25</a:t>
            </a:r>
          </a:p>
        </p:txBody>
      </p:sp>
      <p:sp>
        <p:nvSpPr>
          <p:cNvPr id="5" name="">
            <a:extLst xmlns:a="http://schemas.openxmlformats.org/drawingml/2006/main">
              <a:ext uri="{FF2B5EF4-FFF2-40B4-BE49-F238E27FC236}">
                <a16:creationId xmlns:a16="http://schemas.microsoft.com/office/drawing/2014/main" id="{6D883167-B0FC-40C9-891D-AC251E3C698F}"/>
              </a:ext>
            </a:extLst>
          </p:cNvPr>
          <p:cNvSpPr>
            <a:spLocks xmlns:a="http://schemas.openxmlformats.org/drawingml/2006/main" noGrp="1"/>
          </p:cNvSpPr>
          <p:nvPr/>
        </p:nvSpPr>
        <p:spPr>
          <a:xfrm xmlns:a="http://schemas.openxmlformats.org/drawingml/2006/main">
            <a:off x="523875" y="1466850"/>
            <a:ext cx="7258050" cy="4543425"/>
          </a:xfrm>
          <a:prstGeom xmlns:a="http://schemas.openxmlformats.org/drawingml/2006/main" prst="roundRect">
            <a:avLst>
              <a:gd name="adj" fmla="val 1677"/>
            </a:avLst>
          </a:prstGeom>
          <a:solidFill xmlns:a="http://schemas.openxmlformats.org/drawingml/2006/main">
            <a:srgbClr val="FFFFFF"/>
          </a:solidFill>
          <a:ln xmlns:a="http://schemas.openxmlformats.org/drawingml/2006/main" w="9525">
            <a:solidFill>
              <a:srgbClr val="BBC8B3"/>
            </a:solidFill>
          </a:ln>
        </p:spPr>
      </p:sp>
      <p:pic>
        <p:nvPicPr>
          <p:cNvPr id="6" name="">
            <a:extLst xmlns:a="http://schemas.openxmlformats.org/drawingml/2006/main">
              <a:ext uri="{FF2B5EF4-FFF2-40B4-BE49-F238E27FC236}">
                <a16:creationId xmlns:a16="http://schemas.microsoft.com/office/drawing/2014/main" id="{3FF2376A-659C-4F00-A9B5-1B4064617CEA}"/>
              </a:ext>
            </a:extLst>
          </p:cNvPr>
          <p:cNvPicPr>
            <a:picLocks xmlns:a="http://schemas.openxmlformats.org/drawingml/2006/main" noChangeAspect="1"/>
          </p:cNvPicPr>
          <p:nvPr/>
        </p:nvPicPr>
        <p:blipFill>
          <a:blip xmlns:r="http://schemas.openxmlformats.org/officeDocument/2006/relationships" xmlns:a="http://schemas.openxmlformats.org/drawingml/2006/main" r:embed="R9cdcb925421c4e48"/>
          <a:stretch xmlns:a="http://schemas.openxmlformats.org/drawingml/2006/main"/>
        </p:blipFill>
        <p:spPr>
          <a:xfrm xmlns:a="http://schemas.openxmlformats.org/drawingml/2006/main">
            <a:off x="533400" y="1721802"/>
            <a:ext cx="7239000" cy="403352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30D0FA4-FFE6-4513-A2F1-71F4BA48C90C}"/>
              </a:ext>
            </a:extLst>
          </p:cNvPr>
          <p:cNvSpPr>
            <a:spLocks xmlns:a="http://schemas.openxmlformats.org/drawingml/2006/main" noGrp="1"/>
          </p:cNvSpPr>
          <p:nvPr/>
        </p:nvSpPr>
        <p:spPr>
          <a:xfrm xmlns:a="http://schemas.openxmlformats.org/drawingml/2006/main">
            <a:off x="8143875" y="15049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No dates</a:t>
            </a:r>
          </a:p>
        </p:txBody>
      </p:sp>
      <p:sp>
        <p:nvSpPr>
          <p:cNvPr id="8" name="">
            <a:extLst xmlns:a="http://schemas.openxmlformats.org/drawingml/2006/main">
              <a:ext uri="{FF2B5EF4-FFF2-40B4-BE49-F238E27FC236}">
                <a16:creationId xmlns:a16="http://schemas.microsoft.com/office/drawing/2014/main" id="{3EEFE3C2-E109-4EFC-8496-E1C2F7B3A695}"/>
              </a:ext>
            </a:extLst>
          </p:cNvPr>
          <p:cNvSpPr>
            <a:spLocks xmlns:a="http://schemas.openxmlformats.org/drawingml/2006/main" noGrp="1"/>
          </p:cNvSpPr>
          <p:nvPr/>
        </p:nvSpPr>
        <p:spPr>
          <a:xfrm xmlns:a="http://schemas.openxmlformats.org/drawingml/2006/main">
            <a:off x="8143875" y="1914525"/>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Last month through today</a:t>
            </a:r>
          </a:p>
        </p:txBody>
      </p:sp>
      <p:sp>
        <p:nvSpPr>
          <p:cNvPr id="9" name="">
            <a:extLst xmlns:a="http://schemas.openxmlformats.org/drawingml/2006/main">
              <a:ext uri="{FF2B5EF4-FFF2-40B4-BE49-F238E27FC236}">
                <a16:creationId xmlns:a16="http://schemas.microsoft.com/office/drawing/2014/main" id="{2D252E25-7E1A-4920-AE6E-52946B93A66D}"/>
              </a:ext>
            </a:extLst>
          </p:cNvPr>
          <p:cNvSpPr>
            <a:spLocks xmlns:a="http://schemas.openxmlformats.org/drawingml/2006/main" noGrp="1"/>
          </p:cNvSpPr>
          <p:nvPr/>
        </p:nvSpPr>
        <p:spPr>
          <a:xfrm xmlns:a="http://schemas.openxmlformats.org/drawingml/2006/main">
            <a:off x="8143875" y="26003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Start date only</a:t>
            </a:r>
          </a:p>
        </p:txBody>
      </p:sp>
      <p:sp>
        <p:nvSpPr>
          <p:cNvPr id="10" name="">
            <a:extLst xmlns:a="http://schemas.openxmlformats.org/drawingml/2006/main">
              <a:ext uri="{FF2B5EF4-FFF2-40B4-BE49-F238E27FC236}">
                <a16:creationId xmlns:a16="http://schemas.microsoft.com/office/drawing/2014/main" id="{3166C7B0-9A86-46E5-9C95-0FB430DE8141}"/>
              </a:ext>
            </a:extLst>
          </p:cNvPr>
          <p:cNvSpPr>
            <a:spLocks xmlns:a="http://schemas.openxmlformats.org/drawingml/2006/main" noGrp="1"/>
          </p:cNvSpPr>
          <p:nvPr/>
        </p:nvSpPr>
        <p:spPr>
          <a:xfrm xmlns:a="http://schemas.openxmlformats.org/drawingml/2006/main">
            <a:off x="8143875" y="3009900"/>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Selected start through today</a:t>
            </a:r>
          </a:p>
        </p:txBody>
      </p:sp>
      <p:sp>
        <p:nvSpPr>
          <p:cNvPr id="11" name="">
            <a:extLst xmlns:a="http://schemas.openxmlformats.org/drawingml/2006/main">
              <a:ext uri="{FF2B5EF4-FFF2-40B4-BE49-F238E27FC236}">
                <a16:creationId xmlns:a16="http://schemas.microsoft.com/office/drawing/2014/main" id="{F964E2FD-3125-4DE1-87C2-7ED418F3E556}"/>
              </a:ext>
            </a:extLst>
          </p:cNvPr>
          <p:cNvSpPr>
            <a:spLocks xmlns:a="http://schemas.openxmlformats.org/drawingml/2006/main" noGrp="1"/>
          </p:cNvSpPr>
          <p:nvPr/>
        </p:nvSpPr>
        <p:spPr>
          <a:xfrm xmlns:a="http://schemas.openxmlformats.org/drawingml/2006/main">
            <a:off x="8143875" y="36957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84E3C"/>
                </a:solidFill>
                <a:latin typeface="Arial"/>
                <a:ea typeface="Arial"/>
                <a:cs typeface="Arial"/>
              </a:defRPr>
            </a:defPPr>
            <a:lvl1pPr>
              <a:defRPr sz="1800" b="1">
                <a:solidFill>
                  <a:srgbClr val="284E3C"/>
                </a:solidFill>
                <a:latin typeface="Arial"/>
                <a:ea typeface="Arial"/>
                <a:cs typeface="Arial"/>
              </a:defRPr>
            </a:lvl1pPr>
            <a:lvl2pPr>
              <a:defRPr sz="1800" b="1">
                <a:solidFill>
                  <a:srgbClr val="284E3C"/>
                </a:solidFill>
                <a:latin typeface="Arial"/>
                <a:ea typeface="Arial"/>
                <a:cs typeface="Arial"/>
              </a:defRPr>
            </a:lvl2pPr>
            <a:lvl3pPr>
              <a:defRPr sz="1800" b="1">
                <a:solidFill>
                  <a:srgbClr val="284E3C"/>
                </a:solidFill>
                <a:latin typeface="Arial"/>
                <a:ea typeface="Arial"/>
                <a:cs typeface="Arial"/>
              </a:defRPr>
            </a:lvl3pPr>
            <a:lvl4pPr>
              <a:defRPr sz="1800" b="1">
                <a:solidFill>
                  <a:srgbClr val="284E3C"/>
                </a:solidFill>
                <a:latin typeface="Arial"/>
                <a:ea typeface="Arial"/>
                <a:cs typeface="Arial"/>
              </a:defRPr>
            </a:lvl4pPr>
            <a:lvl5pPr>
              <a:defRPr sz="1800" b="1">
                <a:solidFill>
                  <a:srgbClr val="284E3C"/>
                </a:solidFill>
                <a:latin typeface="Arial"/>
                <a:ea typeface="Arial"/>
                <a:cs typeface="Arial"/>
              </a:defRPr>
            </a:lvl5pPr>
            <a:lvl6pPr>
              <a:defRPr sz="1800" b="1">
                <a:solidFill>
                  <a:srgbClr val="284E3C"/>
                </a:solidFill>
                <a:latin typeface="Arial"/>
                <a:ea typeface="Arial"/>
                <a:cs typeface="Arial"/>
              </a:defRPr>
            </a:lvl6pPr>
            <a:lvl7pPr>
              <a:defRPr sz="1800" b="1">
                <a:solidFill>
                  <a:srgbClr val="284E3C"/>
                </a:solidFill>
                <a:latin typeface="Arial"/>
                <a:ea typeface="Arial"/>
                <a:cs typeface="Arial"/>
              </a:defRPr>
            </a:lvl7pPr>
            <a:lvl8pPr>
              <a:defRPr sz="1800" b="1">
                <a:solidFill>
                  <a:srgbClr val="284E3C"/>
                </a:solidFill>
                <a:latin typeface="Arial"/>
                <a:ea typeface="Arial"/>
                <a:cs typeface="Arial"/>
              </a:defRPr>
            </a:lvl8pPr>
            <a:lvl9pPr>
              <a:defRPr sz="1800" b="1">
                <a:solidFill>
                  <a:srgbClr val="284E3C"/>
                </a:solidFill>
                <a:latin typeface="Arial"/>
                <a:ea typeface="Arial"/>
                <a:cs typeface="Arial"/>
              </a:defRPr>
            </a:lvl9pPr>
          </a:lstStyle>
          <a:p xmlns:a="http://schemas.openxmlformats.org/drawingml/2006/main">
            <a:pPr>
              <a:defRPr sz="1800" b="1">
                <a:solidFill>
                  <a:srgbClr val="284E3C"/>
                </a:solidFill>
                <a:latin typeface="Arial"/>
                <a:ea typeface="Arial"/>
                <a:cs typeface="Arial"/>
              </a:defRPr>
            </a:pPr>
            <a:r>
              <a:rPr sz="1800" b="1">
                <a:solidFill>
                  <a:srgbClr val="284E3C"/>
                </a:solidFill>
                <a:latin typeface="Arial"/>
                <a:ea typeface="Arial"/>
                <a:cs typeface="Arial"/>
              </a:rPr>
              <a:t>End date only</a:t>
            </a:r>
          </a:p>
        </p:txBody>
      </p:sp>
      <p:sp>
        <p:nvSpPr>
          <p:cNvPr id="12" name="">
            <a:extLst xmlns:a="http://schemas.openxmlformats.org/drawingml/2006/main">
              <a:ext uri="{FF2B5EF4-FFF2-40B4-BE49-F238E27FC236}">
                <a16:creationId xmlns:a16="http://schemas.microsoft.com/office/drawing/2014/main" id="{A3534CD9-E8C9-4F30-9AAA-22C7A5E6979A}"/>
              </a:ext>
            </a:extLst>
          </p:cNvPr>
          <p:cNvSpPr>
            <a:spLocks xmlns:a="http://schemas.openxmlformats.org/drawingml/2006/main" noGrp="1"/>
          </p:cNvSpPr>
          <p:nvPr/>
        </p:nvSpPr>
        <p:spPr>
          <a:xfrm xmlns:a="http://schemas.openxmlformats.org/drawingml/2006/main">
            <a:off x="8143875" y="4105275"/>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B6758"/>
                </a:solidFill>
                <a:latin typeface="Arial"/>
                <a:ea typeface="Arial"/>
                <a:cs typeface="Arial"/>
              </a:defRPr>
            </a:defPPr>
            <a:lvl1pPr>
              <a:defRPr sz="1425" b="0">
                <a:solidFill>
                  <a:srgbClr val="5B6758"/>
                </a:solidFill>
                <a:latin typeface="Arial"/>
                <a:ea typeface="Arial"/>
                <a:cs typeface="Arial"/>
              </a:defRPr>
            </a:lvl1pPr>
            <a:lvl2pPr>
              <a:defRPr sz="1425" b="0">
                <a:solidFill>
                  <a:srgbClr val="5B6758"/>
                </a:solidFill>
                <a:latin typeface="Arial"/>
                <a:ea typeface="Arial"/>
                <a:cs typeface="Arial"/>
              </a:defRPr>
            </a:lvl2pPr>
            <a:lvl3pPr>
              <a:defRPr sz="1425" b="0">
                <a:solidFill>
                  <a:srgbClr val="5B6758"/>
                </a:solidFill>
                <a:latin typeface="Arial"/>
                <a:ea typeface="Arial"/>
                <a:cs typeface="Arial"/>
              </a:defRPr>
            </a:lvl3pPr>
            <a:lvl4pPr>
              <a:defRPr sz="1425" b="0">
                <a:solidFill>
                  <a:srgbClr val="5B6758"/>
                </a:solidFill>
                <a:latin typeface="Arial"/>
                <a:ea typeface="Arial"/>
                <a:cs typeface="Arial"/>
              </a:defRPr>
            </a:lvl4pPr>
            <a:lvl5pPr>
              <a:defRPr sz="1425" b="0">
                <a:solidFill>
                  <a:srgbClr val="5B6758"/>
                </a:solidFill>
                <a:latin typeface="Arial"/>
                <a:ea typeface="Arial"/>
                <a:cs typeface="Arial"/>
              </a:defRPr>
            </a:lvl5pPr>
            <a:lvl6pPr>
              <a:defRPr sz="1425" b="0">
                <a:solidFill>
                  <a:srgbClr val="5B6758"/>
                </a:solidFill>
                <a:latin typeface="Arial"/>
                <a:ea typeface="Arial"/>
                <a:cs typeface="Arial"/>
              </a:defRPr>
            </a:lvl6pPr>
            <a:lvl7pPr>
              <a:defRPr sz="1425" b="0">
                <a:solidFill>
                  <a:srgbClr val="5B6758"/>
                </a:solidFill>
                <a:latin typeface="Arial"/>
                <a:ea typeface="Arial"/>
                <a:cs typeface="Arial"/>
              </a:defRPr>
            </a:lvl7pPr>
            <a:lvl8pPr>
              <a:defRPr sz="1425" b="0">
                <a:solidFill>
                  <a:srgbClr val="5B6758"/>
                </a:solidFill>
                <a:latin typeface="Arial"/>
                <a:ea typeface="Arial"/>
                <a:cs typeface="Arial"/>
              </a:defRPr>
            </a:lvl8pPr>
            <a:lvl9pPr>
              <a:defRPr sz="1425" b="0">
                <a:solidFill>
                  <a:srgbClr val="5B6758"/>
                </a:solidFill>
                <a:latin typeface="Arial"/>
                <a:ea typeface="Arial"/>
                <a:cs typeface="Arial"/>
              </a:defRPr>
            </a:lvl9pPr>
          </a:lstStyle>
          <a:p xmlns:a="http://schemas.openxmlformats.org/drawingml/2006/main">
            <a:pPr>
              <a:defRPr sz="1425" b="0">
                <a:solidFill>
                  <a:srgbClr val="5B6758"/>
                </a:solidFill>
                <a:latin typeface="Arial"/>
                <a:ea typeface="Arial"/>
                <a:cs typeface="Arial"/>
              </a:defRPr>
            </a:pPr>
            <a:r>
              <a:rPr sz="1425" b="0">
                <a:solidFill>
                  <a:srgbClr val="5B6758"/>
                </a:solidFill>
                <a:latin typeface="Arial"/>
                <a:ea typeface="Arial"/>
                <a:cs typeface="Arial"/>
              </a:rPr>
              <a:t>Earliest sales through selected end</a:t>
            </a:r>
          </a:p>
        </p:txBody>
      </p:sp>
      <p:sp>
        <p:nvSpPr>
          <p:cNvPr id="13" name="">
            <a:extLst xmlns:a="http://schemas.openxmlformats.org/drawingml/2006/main">
              <a:ext uri="{FF2B5EF4-FFF2-40B4-BE49-F238E27FC236}">
                <a16:creationId xmlns:a16="http://schemas.microsoft.com/office/drawing/2014/main" id="{50FC1CA8-4690-4046-AAFF-B7C608205090}"/>
              </a:ext>
            </a:extLst>
          </p:cNvPr>
          <p:cNvSpPr>
            <a:spLocks xmlns:a="http://schemas.openxmlformats.org/drawingml/2006/main" noGrp="1"/>
          </p:cNvSpPr>
          <p:nvPr/>
        </p:nvSpPr>
        <p:spPr>
          <a:xfrm xmlns:a="http://schemas.openxmlformats.org/drawingml/2006/main">
            <a:off x="8143875" y="489585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284E3C"/>
                </a:solidFill>
                <a:latin typeface="Arial"/>
                <a:ea typeface="Arial"/>
                <a:cs typeface="Arial"/>
              </a:defRPr>
            </a:defPPr>
            <a:lvl1pPr>
              <a:defRPr sz="1575" b="1">
                <a:solidFill>
                  <a:srgbClr val="284E3C"/>
                </a:solidFill>
                <a:latin typeface="Arial"/>
                <a:ea typeface="Arial"/>
                <a:cs typeface="Arial"/>
              </a:defRPr>
            </a:lvl1pPr>
            <a:lvl2pPr>
              <a:defRPr sz="1575" b="1">
                <a:solidFill>
                  <a:srgbClr val="284E3C"/>
                </a:solidFill>
                <a:latin typeface="Arial"/>
                <a:ea typeface="Arial"/>
                <a:cs typeface="Arial"/>
              </a:defRPr>
            </a:lvl2pPr>
            <a:lvl3pPr>
              <a:defRPr sz="1575" b="1">
                <a:solidFill>
                  <a:srgbClr val="284E3C"/>
                </a:solidFill>
                <a:latin typeface="Arial"/>
                <a:ea typeface="Arial"/>
                <a:cs typeface="Arial"/>
              </a:defRPr>
            </a:lvl3pPr>
            <a:lvl4pPr>
              <a:defRPr sz="1575" b="1">
                <a:solidFill>
                  <a:srgbClr val="284E3C"/>
                </a:solidFill>
                <a:latin typeface="Arial"/>
                <a:ea typeface="Arial"/>
                <a:cs typeface="Arial"/>
              </a:defRPr>
            </a:lvl4pPr>
            <a:lvl5pPr>
              <a:defRPr sz="1575" b="1">
                <a:solidFill>
                  <a:srgbClr val="284E3C"/>
                </a:solidFill>
                <a:latin typeface="Arial"/>
                <a:ea typeface="Arial"/>
                <a:cs typeface="Arial"/>
              </a:defRPr>
            </a:lvl5pPr>
            <a:lvl6pPr>
              <a:defRPr sz="1575" b="1">
                <a:solidFill>
                  <a:srgbClr val="284E3C"/>
                </a:solidFill>
                <a:latin typeface="Arial"/>
                <a:ea typeface="Arial"/>
                <a:cs typeface="Arial"/>
              </a:defRPr>
            </a:lvl6pPr>
            <a:lvl7pPr>
              <a:defRPr sz="1575" b="1">
                <a:solidFill>
                  <a:srgbClr val="284E3C"/>
                </a:solidFill>
                <a:latin typeface="Arial"/>
                <a:ea typeface="Arial"/>
                <a:cs typeface="Arial"/>
              </a:defRPr>
            </a:lvl7pPr>
            <a:lvl8pPr>
              <a:defRPr sz="1575" b="1">
                <a:solidFill>
                  <a:srgbClr val="284E3C"/>
                </a:solidFill>
                <a:latin typeface="Arial"/>
                <a:ea typeface="Arial"/>
                <a:cs typeface="Arial"/>
              </a:defRPr>
            </a:lvl8pPr>
            <a:lvl9pPr>
              <a:defRPr sz="1575" b="1">
                <a:solidFill>
                  <a:srgbClr val="284E3C"/>
                </a:solidFill>
                <a:latin typeface="Arial"/>
                <a:ea typeface="Arial"/>
                <a:cs typeface="Arial"/>
              </a:defRPr>
            </a:lvl9pPr>
          </a:lstStyle>
          <a:p xmlns:a="http://schemas.openxmlformats.org/drawingml/2006/main">
            <a:pPr>
              <a:defRPr sz="1575" b="1">
                <a:solidFill>
                  <a:srgbClr val="284E3C"/>
                </a:solidFill>
                <a:latin typeface="Arial"/>
                <a:ea typeface="Arial"/>
                <a:cs typeface="Arial"/>
              </a:defRPr>
            </a:pPr>
            <a:r>
              <a:rPr sz="1575" b="1">
                <a:solidFill>
                  <a:srgbClr val="284E3C"/>
                </a:solidFill>
                <a:latin typeface="Arial"/>
                <a:ea typeface="Arial"/>
                <a:cs typeface="Arial"/>
              </a:rPr>
              <a:t>Custom period, PDF export and report history</a:t>
            </a:r>
          </a:p>
        </p:txBody>
      </p:sp>
      <p:sp>
        <p:nvSpPr>
          <p:cNvPr id="14" name="">
            <a:extLst xmlns:a="http://schemas.openxmlformats.org/drawingml/2006/main">
              <a:ext uri="{FF2B5EF4-FFF2-40B4-BE49-F238E27FC236}">
                <a16:creationId xmlns:a16="http://schemas.microsoft.com/office/drawing/2014/main" id="{0B090F50-1185-4378-9D74-AD5039268E0B}"/>
              </a:ext>
            </a:extLst>
          </p:cNvPr>
          <p:cNvSpPr>
            <a:spLocks xmlns:a="http://schemas.openxmlformats.org/drawingml/2006/main" noGrp="1"/>
          </p:cNvSpPr>
          <p:nvPr/>
        </p:nvSpPr>
        <p:spPr>
          <a:xfrm xmlns:a="http://schemas.openxmlformats.org/drawingml/2006/main">
            <a:off x="8143875" y="56769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B6758"/>
                </a:solidFill>
                <a:latin typeface="Arial"/>
                <a:ea typeface="Arial"/>
                <a:cs typeface="Arial"/>
              </a:defRPr>
            </a:defPPr>
            <a:lvl1pPr>
              <a:defRPr sz="1350" b="0">
                <a:solidFill>
                  <a:srgbClr val="5B6758"/>
                </a:solidFill>
                <a:latin typeface="Arial"/>
                <a:ea typeface="Arial"/>
                <a:cs typeface="Arial"/>
              </a:defRPr>
            </a:lvl1pPr>
            <a:lvl2pPr>
              <a:defRPr sz="1350" b="0">
                <a:solidFill>
                  <a:srgbClr val="5B6758"/>
                </a:solidFill>
                <a:latin typeface="Arial"/>
                <a:ea typeface="Arial"/>
                <a:cs typeface="Arial"/>
              </a:defRPr>
            </a:lvl2pPr>
            <a:lvl3pPr>
              <a:defRPr sz="1350" b="0">
                <a:solidFill>
                  <a:srgbClr val="5B6758"/>
                </a:solidFill>
                <a:latin typeface="Arial"/>
                <a:ea typeface="Arial"/>
                <a:cs typeface="Arial"/>
              </a:defRPr>
            </a:lvl3pPr>
            <a:lvl4pPr>
              <a:defRPr sz="1350" b="0">
                <a:solidFill>
                  <a:srgbClr val="5B6758"/>
                </a:solidFill>
                <a:latin typeface="Arial"/>
                <a:ea typeface="Arial"/>
                <a:cs typeface="Arial"/>
              </a:defRPr>
            </a:lvl4pPr>
            <a:lvl5pPr>
              <a:defRPr sz="1350" b="0">
                <a:solidFill>
                  <a:srgbClr val="5B6758"/>
                </a:solidFill>
                <a:latin typeface="Arial"/>
                <a:ea typeface="Arial"/>
                <a:cs typeface="Arial"/>
              </a:defRPr>
            </a:lvl5pPr>
            <a:lvl6pPr>
              <a:defRPr sz="1350" b="0">
                <a:solidFill>
                  <a:srgbClr val="5B6758"/>
                </a:solidFill>
                <a:latin typeface="Arial"/>
                <a:ea typeface="Arial"/>
                <a:cs typeface="Arial"/>
              </a:defRPr>
            </a:lvl6pPr>
            <a:lvl7pPr>
              <a:defRPr sz="1350" b="0">
                <a:solidFill>
                  <a:srgbClr val="5B6758"/>
                </a:solidFill>
                <a:latin typeface="Arial"/>
                <a:ea typeface="Arial"/>
                <a:cs typeface="Arial"/>
              </a:defRPr>
            </a:lvl7pPr>
            <a:lvl8pPr>
              <a:defRPr sz="1350" b="0">
                <a:solidFill>
                  <a:srgbClr val="5B6758"/>
                </a:solidFill>
                <a:latin typeface="Arial"/>
                <a:ea typeface="Arial"/>
                <a:cs typeface="Arial"/>
              </a:defRPr>
            </a:lvl8pPr>
            <a:lvl9pPr>
              <a:defRPr sz="1350" b="0">
                <a:solidFill>
                  <a:srgbClr val="5B6758"/>
                </a:solidFill>
                <a:latin typeface="Arial"/>
                <a:ea typeface="Arial"/>
                <a:cs typeface="Arial"/>
              </a:defRPr>
            </a:lvl9pPr>
          </a:lstStyle>
          <a:p xmlns:a="http://schemas.openxmlformats.org/drawingml/2006/main">
            <a:pPr>
              <a:defRPr sz="1350" b="0">
                <a:solidFill>
                  <a:srgbClr val="5B6758"/>
                </a:solidFill>
                <a:latin typeface="Arial"/>
                <a:ea typeface="Arial"/>
                <a:cs typeface="Arial"/>
              </a:defRPr>
            </a:pPr>
            <a:r>
              <a:rPr sz="1350" b="0">
                <a:solidFill>
                  <a:srgbClr val="5B6758"/>
                </a:solidFill>
                <a:latin typeface="Arial"/>
                <a:ea typeface="Arial"/>
                <a:cs typeface="Arial"/>
              </a:rPr>
              <a:t>Failed generations are not saved</a:t>
            </a:r>
          </a:p>
        </p:txBody>
      </p:sp>
    </p:spTree>
    <p:extLst>
      <p:ext uri="{BB962C8B-B14F-4D97-AF65-F5344CB8AC3E}">
        <p14:creationId xmlns:p14="http://schemas.microsoft.com/office/powerpoint/2010/main" val="1059462441"/>
      </p:ext>
    </p:extLst>
  </p:cSld>
</p:sld>
</file>

<file path=ppt/slides/slide8.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C43A455-6081-4699-8E21-203C133EF168}"/>
              </a:ext>
            </a:extLst>
          </p:cNvPr>
          <p:cNvSpPr>
            <a:spLocks xmlns:a="http://schemas.openxmlformats.org/drawingml/2006/main" noGrp="1"/>
          </p:cNvSpPr>
          <p:nvPr/>
        </p:nvSpPr>
        <p:spPr>
          <a:xfrm xmlns:a="http://schemas.openxmlformats.org/drawingml/2006/main">
            <a:off x="533400" y="4000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84E3C"/>
                </a:solidFill>
                <a:latin typeface="Arial"/>
                <a:ea typeface="Arial"/>
                <a:cs typeface="Arial"/>
              </a:defRPr>
            </a:defPPr>
            <a:lvl1pPr>
              <a:defRPr sz="2850" b="1">
                <a:solidFill>
                  <a:srgbClr val="284E3C"/>
                </a:solidFill>
                <a:latin typeface="Arial"/>
                <a:ea typeface="Arial"/>
                <a:cs typeface="Arial"/>
              </a:defRPr>
            </a:lvl1pPr>
            <a:lvl2pPr>
              <a:defRPr sz="2850" b="1">
                <a:solidFill>
                  <a:srgbClr val="284E3C"/>
                </a:solidFill>
                <a:latin typeface="Arial"/>
                <a:ea typeface="Arial"/>
                <a:cs typeface="Arial"/>
              </a:defRPr>
            </a:lvl2pPr>
            <a:lvl3pPr>
              <a:defRPr sz="2850" b="1">
                <a:solidFill>
                  <a:srgbClr val="284E3C"/>
                </a:solidFill>
                <a:latin typeface="Arial"/>
                <a:ea typeface="Arial"/>
                <a:cs typeface="Arial"/>
              </a:defRPr>
            </a:lvl3pPr>
            <a:lvl4pPr>
              <a:defRPr sz="2850" b="1">
                <a:solidFill>
                  <a:srgbClr val="284E3C"/>
                </a:solidFill>
                <a:latin typeface="Arial"/>
                <a:ea typeface="Arial"/>
                <a:cs typeface="Arial"/>
              </a:defRPr>
            </a:lvl4pPr>
            <a:lvl5pPr>
              <a:defRPr sz="2850" b="1">
                <a:solidFill>
                  <a:srgbClr val="284E3C"/>
                </a:solidFill>
                <a:latin typeface="Arial"/>
                <a:ea typeface="Arial"/>
                <a:cs typeface="Arial"/>
              </a:defRPr>
            </a:lvl5pPr>
            <a:lvl6pPr>
              <a:defRPr sz="2850" b="1">
                <a:solidFill>
                  <a:srgbClr val="284E3C"/>
                </a:solidFill>
                <a:latin typeface="Arial"/>
                <a:ea typeface="Arial"/>
                <a:cs typeface="Arial"/>
              </a:defRPr>
            </a:lvl6pPr>
            <a:lvl7pPr>
              <a:defRPr sz="2850" b="1">
                <a:solidFill>
                  <a:srgbClr val="284E3C"/>
                </a:solidFill>
                <a:latin typeface="Arial"/>
                <a:ea typeface="Arial"/>
                <a:cs typeface="Arial"/>
              </a:defRPr>
            </a:lvl7pPr>
            <a:lvl8pPr>
              <a:defRPr sz="2850" b="1">
                <a:solidFill>
                  <a:srgbClr val="284E3C"/>
                </a:solidFill>
                <a:latin typeface="Arial"/>
                <a:ea typeface="Arial"/>
                <a:cs typeface="Arial"/>
              </a:defRPr>
            </a:lvl8pPr>
            <a:lvl9pPr>
              <a:defRPr sz="2850" b="1">
                <a:solidFill>
                  <a:srgbClr val="284E3C"/>
                </a:solidFill>
                <a:latin typeface="Arial"/>
                <a:ea typeface="Arial"/>
                <a:cs typeface="Arial"/>
              </a:defRPr>
            </a:lvl9pPr>
          </a:lstStyle>
          <a:p xmlns:a="http://schemas.openxmlformats.org/drawingml/2006/main">
            <a:pPr>
              <a:defRPr sz="2850" b="1">
                <a:solidFill>
                  <a:srgbClr val="284E3C"/>
                </a:solidFill>
                <a:latin typeface="Arial"/>
                <a:ea typeface="Arial"/>
                <a:cs typeface="Arial"/>
              </a:defRPr>
            </a:pPr>
            <a:r>
              <a:rPr sz="2850" b="1">
                <a:solidFill>
                  <a:srgbClr val="284E3C"/>
                </a:solidFill>
                <a:latin typeface="Arial"/>
                <a:ea typeface="Arial"/>
                <a:cs typeface="Arial"/>
              </a:rPr>
              <a:t>Technical foundation and current scope</a:t>
            </a:r>
          </a:p>
        </p:txBody>
      </p:sp>
      <p:sp>
        <p:nvSpPr>
          <p:cNvPr id="2" name="">
            <a:extLst xmlns:a="http://schemas.openxmlformats.org/drawingml/2006/main">
              <a:ext uri="{FF2B5EF4-FFF2-40B4-BE49-F238E27FC236}">
                <a16:creationId xmlns:a16="http://schemas.microsoft.com/office/drawing/2014/main" id="{92F20FDC-EFF5-45FB-B339-DAC783210993}"/>
              </a:ext>
            </a:extLst>
          </p:cNvPr>
          <p:cNvSpPr>
            <a:spLocks xmlns:a="http://schemas.openxmlformats.org/drawingml/2006/main" noGrp="1"/>
          </p:cNvSpPr>
          <p:nvPr/>
        </p:nvSpPr>
        <p:spPr>
          <a:xfrm xmlns:a="http://schemas.openxmlformats.org/drawingml/2006/main">
            <a:off x="533400" y="6286500"/>
            <a:ext cx="1112520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81CD4D-CE56-436C-9C2E-1EFE01B1DE38}"/>
              </a:ext>
            </a:extLst>
          </p:cNvPr>
          <p:cNvSpPr>
            <a:spLocks xmlns:a="http://schemas.openxmlformats.org/drawingml/2006/main" noGrp="1"/>
          </p:cNvSpPr>
          <p:nvPr/>
        </p:nvSpPr>
        <p:spPr>
          <a:xfrm xmlns:a="http://schemas.openxmlformats.org/drawingml/2006/main">
            <a:off x="533400" y="644842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1">
                <a:solidFill>
                  <a:srgbClr val="5B6758"/>
                </a:solidFill>
                <a:latin typeface="Arial"/>
                <a:ea typeface="Arial"/>
                <a:cs typeface="Arial"/>
              </a:defRPr>
            </a:defPPr>
            <a:lvl1pPr>
              <a:defRPr sz="900" b="1">
                <a:solidFill>
                  <a:srgbClr val="5B6758"/>
                </a:solidFill>
                <a:latin typeface="Arial"/>
                <a:ea typeface="Arial"/>
                <a:cs typeface="Arial"/>
              </a:defRPr>
            </a:lvl1pPr>
            <a:lvl2pPr>
              <a:defRPr sz="900" b="1">
                <a:solidFill>
                  <a:srgbClr val="5B6758"/>
                </a:solidFill>
                <a:latin typeface="Arial"/>
                <a:ea typeface="Arial"/>
                <a:cs typeface="Arial"/>
              </a:defRPr>
            </a:lvl2pPr>
            <a:lvl3pPr>
              <a:defRPr sz="900" b="1">
                <a:solidFill>
                  <a:srgbClr val="5B6758"/>
                </a:solidFill>
                <a:latin typeface="Arial"/>
                <a:ea typeface="Arial"/>
                <a:cs typeface="Arial"/>
              </a:defRPr>
            </a:lvl3pPr>
            <a:lvl4pPr>
              <a:defRPr sz="900" b="1">
                <a:solidFill>
                  <a:srgbClr val="5B6758"/>
                </a:solidFill>
                <a:latin typeface="Arial"/>
                <a:ea typeface="Arial"/>
                <a:cs typeface="Arial"/>
              </a:defRPr>
            </a:lvl4pPr>
            <a:lvl5pPr>
              <a:defRPr sz="900" b="1">
                <a:solidFill>
                  <a:srgbClr val="5B6758"/>
                </a:solidFill>
                <a:latin typeface="Arial"/>
                <a:ea typeface="Arial"/>
                <a:cs typeface="Arial"/>
              </a:defRPr>
            </a:lvl5pPr>
            <a:lvl6pPr>
              <a:defRPr sz="900" b="1">
                <a:solidFill>
                  <a:srgbClr val="5B6758"/>
                </a:solidFill>
                <a:latin typeface="Arial"/>
                <a:ea typeface="Arial"/>
                <a:cs typeface="Arial"/>
              </a:defRPr>
            </a:lvl6pPr>
            <a:lvl7pPr>
              <a:defRPr sz="900" b="1">
                <a:solidFill>
                  <a:srgbClr val="5B6758"/>
                </a:solidFill>
                <a:latin typeface="Arial"/>
                <a:ea typeface="Arial"/>
                <a:cs typeface="Arial"/>
              </a:defRPr>
            </a:lvl7pPr>
            <a:lvl8pPr>
              <a:defRPr sz="900" b="1">
                <a:solidFill>
                  <a:srgbClr val="5B6758"/>
                </a:solidFill>
                <a:latin typeface="Arial"/>
                <a:ea typeface="Arial"/>
                <a:cs typeface="Arial"/>
              </a:defRPr>
            </a:lvl8pPr>
            <a:lvl9pPr>
              <a:defRPr sz="900" b="1">
                <a:solidFill>
                  <a:srgbClr val="5B6758"/>
                </a:solidFill>
                <a:latin typeface="Arial"/>
                <a:ea typeface="Arial"/>
                <a:cs typeface="Arial"/>
              </a:defRPr>
            </a:lvl9pPr>
          </a:lstStyle>
          <a:p xmlns:a="http://schemas.openxmlformats.org/drawingml/2006/main">
            <a:pPr>
              <a:defRPr sz="900" b="1">
                <a:solidFill>
                  <a:srgbClr val="5B6758"/>
                </a:solidFill>
                <a:latin typeface="Arial"/>
                <a:ea typeface="Arial"/>
                <a:cs typeface="Arial"/>
              </a:defRPr>
            </a:pPr>
            <a:r>
              <a:rPr sz="900" b="1">
                <a:solidFill>
                  <a:srgbClr val="5B6758"/>
                </a:solidFill>
                <a:latin typeface="Arial"/>
                <a:ea typeface="Arial"/>
                <a:cs typeface="Arial"/>
              </a:rPr>
              <a:t>NABTA BOTANICAL</a:t>
            </a:r>
          </a:p>
        </p:txBody>
      </p:sp>
      <p:sp>
        <p:nvSpPr>
          <p:cNvPr id="4" name="">
            <a:extLst xmlns:a="http://schemas.openxmlformats.org/drawingml/2006/main">
              <a:ext uri="{FF2B5EF4-FFF2-40B4-BE49-F238E27FC236}">
                <a16:creationId xmlns:a16="http://schemas.microsoft.com/office/drawing/2014/main" id="{3FA769FB-6D34-473E-8DE0-E517F527CFC1}"/>
              </a:ext>
            </a:extLst>
          </p:cNvPr>
          <p:cNvSpPr>
            <a:spLocks xmlns:a="http://schemas.openxmlformats.org/drawingml/2006/main" noGrp="1"/>
          </p:cNvSpPr>
          <p:nvPr/>
        </p:nvSpPr>
        <p:spPr>
          <a:xfrm xmlns:a="http://schemas.openxmlformats.org/drawingml/2006/main">
            <a:off x="9239250" y="64484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B6758"/>
                </a:solidFill>
                <a:latin typeface="Arial"/>
                <a:ea typeface="Arial"/>
                <a:cs typeface="Arial"/>
              </a:defRPr>
            </a:defPPr>
            <a:lvl1pPr>
              <a:defRPr sz="900" b="0">
                <a:solidFill>
                  <a:srgbClr val="5B6758"/>
                </a:solidFill>
                <a:latin typeface="Arial"/>
                <a:ea typeface="Arial"/>
                <a:cs typeface="Arial"/>
              </a:defRPr>
            </a:lvl1pPr>
            <a:lvl2pPr>
              <a:defRPr sz="900" b="0">
                <a:solidFill>
                  <a:srgbClr val="5B6758"/>
                </a:solidFill>
                <a:latin typeface="Arial"/>
                <a:ea typeface="Arial"/>
                <a:cs typeface="Arial"/>
              </a:defRPr>
            </a:lvl2pPr>
            <a:lvl3pPr>
              <a:defRPr sz="900" b="0">
                <a:solidFill>
                  <a:srgbClr val="5B6758"/>
                </a:solidFill>
                <a:latin typeface="Arial"/>
                <a:ea typeface="Arial"/>
                <a:cs typeface="Arial"/>
              </a:defRPr>
            </a:lvl3pPr>
            <a:lvl4pPr>
              <a:defRPr sz="900" b="0">
                <a:solidFill>
                  <a:srgbClr val="5B6758"/>
                </a:solidFill>
                <a:latin typeface="Arial"/>
                <a:ea typeface="Arial"/>
                <a:cs typeface="Arial"/>
              </a:defRPr>
            </a:lvl4pPr>
            <a:lvl5pPr>
              <a:defRPr sz="900" b="0">
                <a:solidFill>
                  <a:srgbClr val="5B6758"/>
                </a:solidFill>
                <a:latin typeface="Arial"/>
                <a:ea typeface="Arial"/>
                <a:cs typeface="Arial"/>
              </a:defRPr>
            </a:lvl5pPr>
            <a:lvl6pPr>
              <a:defRPr sz="900" b="0">
                <a:solidFill>
                  <a:srgbClr val="5B6758"/>
                </a:solidFill>
                <a:latin typeface="Arial"/>
                <a:ea typeface="Arial"/>
                <a:cs typeface="Arial"/>
              </a:defRPr>
            </a:lvl6pPr>
            <a:lvl7pPr>
              <a:defRPr sz="900" b="0">
                <a:solidFill>
                  <a:srgbClr val="5B6758"/>
                </a:solidFill>
                <a:latin typeface="Arial"/>
                <a:ea typeface="Arial"/>
                <a:cs typeface="Arial"/>
              </a:defRPr>
            </a:lvl7pPr>
            <a:lvl8pPr>
              <a:defRPr sz="900" b="0">
                <a:solidFill>
                  <a:srgbClr val="5B6758"/>
                </a:solidFill>
                <a:latin typeface="Arial"/>
                <a:ea typeface="Arial"/>
                <a:cs typeface="Arial"/>
              </a:defRPr>
            </a:lvl8pPr>
            <a:lvl9pPr>
              <a:defRPr sz="900" b="0">
                <a:solidFill>
                  <a:srgbClr val="5B6758"/>
                </a:solidFill>
                <a:latin typeface="Arial"/>
                <a:ea typeface="Arial"/>
                <a:cs typeface="Arial"/>
              </a:defRPr>
            </a:lvl9pPr>
          </a:lstStyle>
          <a:p xmlns:a="http://schemas.openxmlformats.org/drawingml/2006/main">
            <a:pPr>
              <a:defRPr sz="900" b="0">
                <a:solidFill>
                  <a:srgbClr val="5B6758"/>
                </a:solidFill>
                <a:latin typeface="Arial"/>
                <a:ea typeface="Arial"/>
                <a:cs typeface="Arial"/>
              </a:defRPr>
            </a:pPr>
            <a:r>
              <a:rPr sz="900" b="0">
                <a:solidFill>
                  <a:srgbClr val="5B6758"/>
                </a:solidFill>
                <a:latin typeface="Arial"/>
                <a:ea typeface="Arial"/>
                <a:cs typeface="Arial"/>
              </a:rPr>
              <a:t>08 / 08     5:25–6:00</a:t>
            </a:r>
          </a:p>
        </p:txBody>
      </p:sp>
      <p:sp>
        <p:nvSpPr>
          <p:cNvPr id="5" name="">
            <a:extLst xmlns:a="http://schemas.openxmlformats.org/drawingml/2006/main">
              <a:ext uri="{FF2B5EF4-FFF2-40B4-BE49-F238E27FC236}">
                <a16:creationId xmlns:a16="http://schemas.microsoft.com/office/drawing/2014/main" id="{6F832E4A-E4F8-4E50-822F-CB72A46E3A72}"/>
              </a:ext>
            </a:extLst>
          </p:cNvPr>
          <p:cNvSpPr>
            <a:spLocks xmlns:a="http://schemas.openxmlformats.org/drawingml/2006/main" noGrp="1"/>
          </p:cNvSpPr>
          <p:nvPr/>
        </p:nvSpPr>
        <p:spPr>
          <a:xfrm xmlns:a="http://schemas.openxmlformats.org/drawingml/2006/main">
            <a:off x="533400" y="16192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84E3C"/>
                </a:solidFill>
                <a:latin typeface="Arial"/>
                <a:ea typeface="Arial"/>
                <a:cs typeface="Arial"/>
              </a:defRPr>
            </a:defPPr>
            <a:lvl1pPr>
              <a:defRPr sz="1725" b="1">
                <a:solidFill>
                  <a:srgbClr val="284E3C"/>
                </a:solidFill>
                <a:latin typeface="Arial"/>
                <a:ea typeface="Arial"/>
                <a:cs typeface="Arial"/>
              </a:defRPr>
            </a:lvl1pPr>
            <a:lvl2pPr>
              <a:defRPr sz="1725" b="1">
                <a:solidFill>
                  <a:srgbClr val="284E3C"/>
                </a:solidFill>
                <a:latin typeface="Arial"/>
                <a:ea typeface="Arial"/>
                <a:cs typeface="Arial"/>
              </a:defRPr>
            </a:lvl2pPr>
            <a:lvl3pPr>
              <a:defRPr sz="1725" b="1">
                <a:solidFill>
                  <a:srgbClr val="284E3C"/>
                </a:solidFill>
                <a:latin typeface="Arial"/>
                <a:ea typeface="Arial"/>
                <a:cs typeface="Arial"/>
              </a:defRPr>
            </a:lvl3pPr>
            <a:lvl4pPr>
              <a:defRPr sz="1725" b="1">
                <a:solidFill>
                  <a:srgbClr val="284E3C"/>
                </a:solidFill>
                <a:latin typeface="Arial"/>
                <a:ea typeface="Arial"/>
                <a:cs typeface="Arial"/>
              </a:defRPr>
            </a:lvl4pPr>
            <a:lvl5pPr>
              <a:defRPr sz="1725" b="1">
                <a:solidFill>
                  <a:srgbClr val="284E3C"/>
                </a:solidFill>
                <a:latin typeface="Arial"/>
                <a:ea typeface="Arial"/>
                <a:cs typeface="Arial"/>
              </a:defRPr>
            </a:lvl5pPr>
            <a:lvl6pPr>
              <a:defRPr sz="1725" b="1">
                <a:solidFill>
                  <a:srgbClr val="284E3C"/>
                </a:solidFill>
                <a:latin typeface="Arial"/>
                <a:ea typeface="Arial"/>
                <a:cs typeface="Arial"/>
              </a:defRPr>
            </a:lvl6pPr>
            <a:lvl7pPr>
              <a:defRPr sz="1725" b="1">
                <a:solidFill>
                  <a:srgbClr val="284E3C"/>
                </a:solidFill>
                <a:latin typeface="Arial"/>
                <a:ea typeface="Arial"/>
                <a:cs typeface="Arial"/>
              </a:defRPr>
            </a:lvl7pPr>
            <a:lvl8pPr>
              <a:defRPr sz="1725" b="1">
                <a:solidFill>
                  <a:srgbClr val="284E3C"/>
                </a:solidFill>
                <a:latin typeface="Arial"/>
                <a:ea typeface="Arial"/>
                <a:cs typeface="Arial"/>
              </a:defRPr>
            </a:lvl8pPr>
            <a:lvl9pPr>
              <a:defRPr sz="1725" b="1">
                <a:solidFill>
                  <a:srgbClr val="284E3C"/>
                </a:solidFill>
                <a:latin typeface="Arial"/>
                <a:ea typeface="Arial"/>
                <a:cs typeface="Arial"/>
              </a:defRPr>
            </a:lvl9pPr>
          </a:lstStyle>
          <a:p xmlns:a="http://schemas.openxmlformats.org/drawingml/2006/main">
            <a:pPr>
              <a:defRPr sz="1725" b="1">
                <a:solidFill>
                  <a:srgbClr val="284E3C"/>
                </a:solidFill>
                <a:latin typeface="Arial"/>
                <a:ea typeface="Arial"/>
                <a:cs typeface="Arial"/>
              </a:defRPr>
            </a:pPr>
            <a:r>
              <a:rPr sz="1725" b="1">
                <a:solidFill>
                  <a:srgbClr val="284E3C"/>
                </a:solidFill>
                <a:latin typeface="Arial"/>
                <a:ea typeface="Arial"/>
                <a:cs typeface="Arial"/>
              </a:rPr>
              <a:t>Interface</a:t>
            </a:r>
          </a:p>
        </p:txBody>
      </p:sp>
      <p:sp>
        <p:nvSpPr>
          <p:cNvPr id="6" name="">
            <a:extLst xmlns:a="http://schemas.openxmlformats.org/drawingml/2006/main">
              <a:ext uri="{FF2B5EF4-FFF2-40B4-BE49-F238E27FC236}">
                <a16:creationId xmlns:a16="http://schemas.microsoft.com/office/drawing/2014/main" id="{81DDABBE-F986-4C38-BD8F-BB152B4DEEFB}"/>
              </a:ext>
            </a:extLst>
          </p:cNvPr>
          <p:cNvSpPr>
            <a:spLocks xmlns:a="http://schemas.openxmlformats.org/drawingml/2006/main" noGrp="1"/>
          </p:cNvSpPr>
          <p:nvPr/>
        </p:nvSpPr>
        <p:spPr>
          <a:xfrm xmlns:a="http://schemas.openxmlformats.org/drawingml/2006/main">
            <a:off x="533400" y="20002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B6758"/>
                </a:solidFill>
                <a:latin typeface="Arial"/>
                <a:ea typeface="Arial"/>
                <a:cs typeface="Arial"/>
              </a:defRPr>
            </a:defPPr>
            <a:lvl1pPr>
              <a:defRPr sz="1650" b="0">
                <a:solidFill>
                  <a:srgbClr val="5B6758"/>
                </a:solidFill>
                <a:latin typeface="Arial"/>
                <a:ea typeface="Arial"/>
                <a:cs typeface="Arial"/>
              </a:defRPr>
            </a:lvl1pPr>
            <a:lvl2pPr>
              <a:defRPr sz="1650" b="0">
                <a:solidFill>
                  <a:srgbClr val="5B6758"/>
                </a:solidFill>
                <a:latin typeface="Arial"/>
                <a:ea typeface="Arial"/>
                <a:cs typeface="Arial"/>
              </a:defRPr>
            </a:lvl2pPr>
            <a:lvl3pPr>
              <a:defRPr sz="1650" b="0">
                <a:solidFill>
                  <a:srgbClr val="5B6758"/>
                </a:solidFill>
                <a:latin typeface="Arial"/>
                <a:ea typeface="Arial"/>
                <a:cs typeface="Arial"/>
              </a:defRPr>
            </a:lvl3pPr>
            <a:lvl4pPr>
              <a:defRPr sz="1650" b="0">
                <a:solidFill>
                  <a:srgbClr val="5B6758"/>
                </a:solidFill>
                <a:latin typeface="Arial"/>
                <a:ea typeface="Arial"/>
                <a:cs typeface="Arial"/>
              </a:defRPr>
            </a:lvl4pPr>
            <a:lvl5pPr>
              <a:defRPr sz="1650" b="0">
                <a:solidFill>
                  <a:srgbClr val="5B6758"/>
                </a:solidFill>
                <a:latin typeface="Arial"/>
                <a:ea typeface="Arial"/>
                <a:cs typeface="Arial"/>
              </a:defRPr>
            </a:lvl5pPr>
            <a:lvl6pPr>
              <a:defRPr sz="1650" b="0">
                <a:solidFill>
                  <a:srgbClr val="5B6758"/>
                </a:solidFill>
                <a:latin typeface="Arial"/>
                <a:ea typeface="Arial"/>
                <a:cs typeface="Arial"/>
              </a:defRPr>
            </a:lvl6pPr>
            <a:lvl7pPr>
              <a:defRPr sz="1650" b="0">
                <a:solidFill>
                  <a:srgbClr val="5B6758"/>
                </a:solidFill>
                <a:latin typeface="Arial"/>
                <a:ea typeface="Arial"/>
                <a:cs typeface="Arial"/>
              </a:defRPr>
            </a:lvl7pPr>
            <a:lvl8pPr>
              <a:defRPr sz="1650" b="0">
                <a:solidFill>
                  <a:srgbClr val="5B6758"/>
                </a:solidFill>
                <a:latin typeface="Arial"/>
                <a:ea typeface="Arial"/>
                <a:cs typeface="Arial"/>
              </a:defRPr>
            </a:lvl8pPr>
            <a:lvl9pPr>
              <a:defRPr sz="1650" b="0">
                <a:solidFill>
                  <a:srgbClr val="5B6758"/>
                </a:solidFill>
                <a:latin typeface="Arial"/>
                <a:ea typeface="Arial"/>
                <a:cs typeface="Arial"/>
              </a:defRPr>
            </a:lvl9pPr>
          </a:lstStyle>
          <a:p xmlns:a="http://schemas.openxmlformats.org/drawingml/2006/main">
            <a:pPr>
              <a:defRPr sz="1650" b="0">
                <a:solidFill>
                  <a:srgbClr val="5B6758"/>
                </a:solidFill>
                <a:latin typeface="Arial"/>
                <a:ea typeface="Arial"/>
                <a:cs typeface="Arial"/>
              </a:defRPr>
            </a:pPr>
            <a:r>
              <a:rPr sz="1650" b="0">
                <a:solidFill>
                  <a:srgbClr val="5B6758"/>
                </a:solidFill>
                <a:latin typeface="Arial"/>
                <a:ea typeface="Arial"/>
                <a:cs typeface="Arial"/>
              </a:rPr>
              <a:t>HTML, CSS and JavaScript</a:t>
            </a:r>
          </a:p>
        </p:txBody>
      </p:sp>
      <p:sp>
        <p:nvSpPr>
          <p:cNvPr id="7" name="">
            <a:extLst xmlns:a="http://schemas.openxmlformats.org/drawingml/2006/main">
              <a:ext uri="{FF2B5EF4-FFF2-40B4-BE49-F238E27FC236}">
                <a16:creationId xmlns:a16="http://schemas.microsoft.com/office/drawing/2014/main" id="{0E0CE38C-7802-4EEE-AC10-C1395519D857}"/>
              </a:ext>
            </a:extLst>
          </p:cNvPr>
          <p:cNvSpPr>
            <a:spLocks xmlns:a="http://schemas.openxmlformats.org/drawingml/2006/main" noGrp="1"/>
          </p:cNvSpPr>
          <p:nvPr/>
        </p:nvSpPr>
        <p:spPr>
          <a:xfrm xmlns:a="http://schemas.openxmlformats.org/drawingml/2006/main">
            <a:off x="533400" y="2476500"/>
            <a:ext cx="619125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A592C9F-6444-4BC1-A1DA-1AA0EC1BF0F4}"/>
              </a:ext>
            </a:extLst>
          </p:cNvPr>
          <p:cNvSpPr>
            <a:spLocks xmlns:a="http://schemas.openxmlformats.org/drawingml/2006/main" noGrp="1"/>
          </p:cNvSpPr>
          <p:nvPr/>
        </p:nvSpPr>
        <p:spPr>
          <a:xfrm xmlns:a="http://schemas.openxmlformats.org/drawingml/2006/main">
            <a:off x="533400" y="269557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84E3C"/>
                </a:solidFill>
                <a:latin typeface="Arial"/>
                <a:ea typeface="Arial"/>
                <a:cs typeface="Arial"/>
              </a:defRPr>
            </a:defPPr>
            <a:lvl1pPr>
              <a:defRPr sz="1725" b="1">
                <a:solidFill>
                  <a:srgbClr val="284E3C"/>
                </a:solidFill>
                <a:latin typeface="Arial"/>
                <a:ea typeface="Arial"/>
                <a:cs typeface="Arial"/>
              </a:defRPr>
            </a:lvl1pPr>
            <a:lvl2pPr>
              <a:defRPr sz="1725" b="1">
                <a:solidFill>
                  <a:srgbClr val="284E3C"/>
                </a:solidFill>
                <a:latin typeface="Arial"/>
                <a:ea typeface="Arial"/>
                <a:cs typeface="Arial"/>
              </a:defRPr>
            </a:lvl2pPr>
            <a:lvl3pPr>
              <a:defRPr sz="1725" b="1">
                <a:solidFill>
                  <a:srgbClr val="284E3C"/>
                </a:solidFill>
                <a:latin typeface="Arial"/>
                <a:ea typeface="Arial"/>
                <a:cs typeface="Arial"/>
              </a:defRPr>
            </a:lvl3pPr>
            <a:lvl4pPr>
              <a:defRPr sz="1725" b="1">
                <a:solidFill>
                  <a:srgbClr val="284E3C"/>
                </a:solidFill>
                <a:latin typeface="Arial"/>
                <a:ea typeface="Arial"/>
                <a:cs typeface="Arial"/>
              </a:defRPr>
            </a:lvl4pPr>
            <a:lvl5pPr>
              <a:defRPr sz="1725" b="1">
                <a:solidFill>
                  <a:srgbClr val="284E3C"/>
                </a:solidFill>
                <a:latin typeface="Arial"/>
                <a:ea typeface="Arial"/>
                <a:cs typeface="Arial"/>
              </a:defRPr>
            </a:lvl5pPr>
            <a:lvl6pPr>
              <a:defRPr sz="1725" b="1">
                <a:solidFill>
                  <a:srgbClr val="284E3C"/>
                </a:solidFill>
                <a:latin typeface="Arial"/>
                <a:ea typeface="Arial"/>
                <a:cs typeface="Arial"/>
              </a:defRPr>
            </a:lvl6pPr>
            <a:lvl7pPr>
              <a:defRPr sz="1725" b="1">
                <a:solidFill>
                  <a:srgbClr val="284E3C"/>
                </a:solidFill>
                <a:latin typeface="Arial"/>
                <a:ea typeface="Arial"/>
                <a:cs typeface="Arial"/>
              </a:defRPr>
            </a:lvl7pPr>
            <a:lvl8pPr>
              <a:defRPr sz="1725" b="1">
                <a:solidFill>
                  <a:srgbClr val="284E3C"/>
                </a:solidFill>
                <a:latin typeface="Arial"/>
                <a:ea typeface="Arial"/>
                <a:cs typeface="Arial"/>
              </a:defRPr>
            </a:lvl8pPr>
            <a:lvl9pPr>
              <a:defRPr sz="1725" b="1">
                <a:solidFill>
                  <a:srgbClr val="284E3C"/>
                </a:solidFill>
                <a:latin typeface="Arial"/>
                <a:ea typeface="Arial"/>
                <a:cs typeface="Arial"/>
              </a:defRPr>
            </a:lvl9pPr>
          </a:lstStyle>
          <a:p xmlns:a="http://schemas.openxmlformats.org/drawingml/2006/main">
            <a:pPr>
              <a:defRPr sz="1725" b="1">
                <a:solidFill>
                  <a:srgbClr val="284E3C"/>
                </a:solidFill>
                <a:latin typeface="Arial"/>
                <a:ea typeface="Arial"/>
                <a:cs typeface="Arial"/>
              </a:defRPr>
            </a:pPr>
            <a:r>
              <a:rPr sz="1725" b="1">
                <a:solidFill>
                  <a:srgbClr val="284E3C"/>
                </a:solidFill>
                <a:latin typeface="Arial"/>
                <a:ea typeface="Arial"/>
                <a:cs typeface="Arial"/>
              </a:rPr>
              <a:t>Application</a:t>
            </a:r>
          </a:p>
        </p:txBody>
      </p:sp>
      <p:sp>
        <p:nvSpPr>
          <p:cNvPr id="9" name="">
            <a:extLst xmlns:a="http://schemas.openxmlformats.org/drawingml/2006/main">
              <a:ext uri="{FF2B5EF4-FFF2-40B4-BE49-F238E27FC236}">
                <a16:creationId xmlns:a16="http://schemas.microsoft.com/office/drawing/2014/main" id="{91265D3E-0C8B-4DDA-9E4D-CBDB6B3C1B5B}"/>
              </a:ext>
            </a:extLst>
          </p:cNvPr>
          <p:cNvSpPr>
            <a:spLocks xmlns:a="http://schemas.openxmlformats.org/drawingml/2006/main" noGrp="1"/>
          </p:cNvSpPr>
          <p:nvPr/>
        </p:nvSpPr>
        <p:spPr>
          <a:xfrm xmlns:a="http://schemas.openxmlformats.org/drawingml/2006/main">
            <a:off x="533400" y="30765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B6758"/>
                </a:solidFill>
                <a:latin typeface="Arial"/>
                <a:ea typeface="Arial"/>
                <a:cs typeface="Arial"/>
              </a:defRPr>
            </a:defPPr>
            <a:lvl1pPr>
              <a:defRPr sz="1650" b="0">
                <a:solidFill>
                  <a:srgbClr val="5B6758"/>
                </a:solidFill>
                <a:latin typeface="Arial"/>
                <a:ea typeface="Arial"/>
                <a:cs typeface="Arial"/>
              </a:defRPr>
            </a:lvl1pPr>
            <a:lvl2pPr>
              <a:defRPr sz="1650" b="0">
                <a:solidFill>
                  <a:srgbClr val="5B6758"/>
                </a:solidFill>
                <a:latin typeface="Arial"/>
                <a:ea typeface="Arial"/>
                <a:cs typeface="Arial"/>
              </a:defRPr>
            </a:lvl2pPr>
            <a:lvl3pPr>
              <a:defRPr sz="1650" b="0">
                <a:solidFill>
                  <a:srgbClr val="5B6758"/>
                </a:solidFill>
                <a:latin typeface="Arial"/>
                <a:ea typeface="Arial"/>
                <a:cs typeface="Arial"/>
              </a:defRPr>
            </a:lvl3pPr>
            <a:lvl4pPr>
              <a:defRPr sz="1650" b="0">
                <a:solidFill>
                  <a:srgbClr val="5B6758"/>
                </a:solidFill>
                <a:latin typeface="Arial"/>
                <a:ea typeface="Arial"/>
                <a:cs typeface="Arial"/>
              </a:defRPr>
            </a:lvl4pPr>
            <a:lvl5pPr>
              <a:defRPr sz="1650" b="0">
                <a:solidFill>
                  <a:srgbClr val="5B6758"/>
                </a:solidFill>
                <a:latin typeface="Arial"/>
                <a:ea typeface="Arial"/>
                <a:cs typeface="Arial"/>
              </a:defRPr>
            </a:lvl5pPr>
            <a:lvl6pPr>
              <a:defRPr sz="1650" b="0">
                <a:solidFill>
                  <a:srgbClr val="5B6758"/>
                </a:solidFill>
                <a:latin typeface="Arial"/>
                <a:ea typeface="Arial"/>
                <a:cs typeface="Arial"/>
              </a:defRPr>
            </a:lvl6pPr>
            <a:lvl7pPr>
              <a:defRPr sz="1650" b="0">
                <a:solidFill>
                  <a:srgbClr val="5B6758"/>
                </a:solidFill>
                <a:latin typeface="Arial"/>
                <a:ea typeface="Arial"/>
                <a:cs typeface="Arial"/>
              </a:defRPr>
            </a:lvl7pPr>
            <a:lvl8pPr>
              <a:defRPr sz="1650" b="0">
                <a:solidFill>
                  <a:srgbClr val="5B6758"/>
                </a:solidFill>
                <a:latin typeface="Arial"/>
                <a:ea typeface="Arial"/>
                <a:cs typeface="Arial"/>
              </a:defRPr>
            </a:lvl8pPr>
            <a:lvl9pPr>
              <a:defRPr sz="1650" b="0">
                <a:solidFill>
                  <a:srgbClr val="5B6758"/>
                </a:solidFill>
                <a:latin typeface="Arial"/>
                <a:ea typeface="Arial"/>
                <a:cs typeface="Arial"/>
              </a:defRPr>
            </a:lvl9pPr>
          </a:lstStyle>
          <a:p xmlns:a="http://schemas.openxmlformats.org/drawingml/2006/main">
            <a:pPr>
              <a:defRPr sz="1650" b="0">
                <a:solidFill>
                  <a:srgbClr val="5B6758"/>
                </a:solidFill>
                <a:latin typeface="Arial"/>
                <a:ea typeface="Arial"/>
                <a:cs typeface="Arial"/>
              </a:defRPr>
            </a:pPr>
            <a:r>
              <a:rPr sz="1650" b="0">
                <a:solidFill>
                  <a:srgbClr val="5B6758"/>
                </a:solidFill>
                <a:latin typeface="Arial"/>
                <a:ea typeface="Arial"/>
                <a:cs typeface="Arial"/>
              </a:rPr>
              <a:t>PHP controllers and models</a:t>
            </a:r>
          </a:p>
        </p:txBody>
      </p:sp>
      <p:sp>
        <p:nvSpPr>
          <p:cNvPr id="10" name="">
            <a:extLst xmlns:a="http://schemas.openxmlformats.org/drawingml/2006/main">
              <a:ext uri="{FF2B5EF4-FFF2-40B4-BE49-F238E27FC236}">
                <a16:creationId xmlns:a16="http://schemas.microsoft.com/office/drawing/2014/main" id="{89B1A6BA-CBD1-416D-9911-C78F03FCD2E2}"/>
              </a:ext>
            </a:extLst>
          </p:cNvPr>
          <p:cNvSpPr>
            <a:spLocks xmlns:a="http://schemas.openxmlformats.org/drawingml/2006/main" noGrp="1"/>
          </p:cNvSpPr>
          <p:nvPr/>
        </p:nvSpPr>
        <p:spPr>
          <a:xfrm xmlns:a="http://schemas.openxmlformats.org/drawingml/2006/main">
            <a:off x="533400" y="3552825"/>
            <a:ext cx="619125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813444-B8F3-47EF-96FC-07168DC0F869}"/>
              </a:ext>
            </a:extLst>
          </p:cNvPr>
          <p:cNvSpPr>
            <a:spLocks xmlns:a="http://schemas.openxmlformats.org/drawingml/2006/main" noGrp="1"/>
          </p:cNvSpPr>
          <p:nvPr/>
        </p:nvSpPr>
        <p:spPr>
          <a:xfrm xmlns:a="http://schemas.openxmlformats.org/drawingml/2006/main">
            <a:off x="533400" y="37719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84E3C"/>
                </a:solidFill>
                <a:latin typeface="Arial"/>
                <a:ea typeface="Arial"/>
                <a:cs typeface="Arial"/>
              </a:defRPr>
            </a:defPPr>
            <a:lvl1pPr>
              <a:defRPr sz="1725" b="1">
                <a:solidFill>
                  <a:srgbClr val="284E3C"/>
                </a:solidFill>
                <a:latin typeface="Arial"/>
                <a:ea typeface="Arial"/>
                <a:cs typeface="Arial"/>
              </a:defRPr>
            </a:lvl1pPr>
            <a:lvl2pPr>
              <a:defRPr sz="1725" b="1">
                <a:solidFill>
                  <a:srgbClr val="284E3C"/>
                </a:solidFill>
                <a:latin typeface="Arial"/>
                <a:ea typeface="Arial"/>
                <a:cs typeface="Arial"/>
              </a:defRPr>
            </a:lvl2pPr>
            <a:lvl3pPr>
              <a:defRPr sz="1725" b="1">
                <a:solidFill>
                  <a:srgbClr val="284E3C"/>
                </a:solidFill>
                <a:latin typeface="Arial"/>
                <a:ea typeface="Arial"/>
                <a:cs typeface="Arial"/>
              </a:defRPr>
            </a:lvl3pPr>
            <a:lvl4pPr>
              <a:defRPr sz="1725" b="1">
                <a:solidFill>
                  <a:srgbClr val="284E3C"/>
                </a:solidFill>
                <a:latin typeface="Arial"/>
                <a:ea typeface="Arial"/>
                <a:cs typeface="Arial"/>
              </a:defRPr>
            </a:lvl4pPr>
            <a:lvl5pPr>
              <a:defRPr sz="1725" b="1">
                <a:solidFill>
                  <a:srgbClr val="284E3C"/>
                </a:solidFill>
                <a:latin typeface="Arial"/>
                <a:ea typeface="Arial"/>
                <a:cs typeface="Arial"/>
              </a:defRPr>
            </a:lvl5pPr>
            <a:lvl6pPr>
              <a:defRPr sz="1725" b="1">
                <a:solidFill>
                  <a:srgbClr val="284E3C"/>
                </a:solidFill>
                <a:latin typeface="Arial"/>
                <a:ea typeface="Arial"/>
                <a:cs typeface="Arial"/>
              </a:defRPr>
            </a:lvl6pPr>
            <a:lvl7pPr>
              <a:defRPr sz="1725" b="1">
                <a:solidFill>
                  <a:srgbClr val="284E3C"/>
                </a:solidFill>
                <a:latin typeface="Arial"/>
                <a:ea typeface="Arial"/>
                <a:cs typeface="Arial"/>
              </a:defRPr>
            </a:lvl7pPr>
            <a:lvl8pPr>
              <a:defRPr sz="1725" b="1">
                <a:solidFill>
                  <a:srgbClr val="284E3C"/>
                </a:solidFill>
                <a:latin typeface="Arial"/>
                <a:ea typeface="Arial"/>
                <a:cs typeface="Arial"/>
              </a:defRPr>
            </a:lvl8pPr>
            <a:lvl9pPr>
              <a:defRPr sz="1725" b="1">
                <a:solidFill>
                  <a:srgbClr val="284E3C"/>
                </a:solidFill>
                <a:latin typeface="Arial"/>
                <a:ea typeface="Arial"/>
                <a:cs typeface="Arial"/>
              </a:defRPr>
            </a:lvl9pPr>
          </a:lstStyle>
          <a:p xmlns:a="http://schemas.openxmlformats.org/drawingml/2006/main">
            <a:pPr>
              <a:defRPr sz="1725" b="1">
                <a:solidFill>
                  <a:srgbClr val="284E3C"/>
                </a:solidFill>
                <a:latin typeface="Arial"/>
                <a:ea typeface="Arial"/>
                <a:cs typeface="Arial"/>
              </a:defRPr>
            </a:pPr>
            <a:r>
              <a:rPr sz="1725" b="1">
                <a:solidFill>
                  <a:srgbClr val="284E3C"/>
                </a:solidFill>
                <a:latin typeface="Arial"/>
                <a:ea typeface="Arial"/>
                <a:cs typeface="Arial"/>
              </a:rPr>
              <a:t>Storage and services</a:t>
            </a:r>
          </a:p>
        </p:txBody>
      </p:sp>
      <p:sp>
        <p:nvSpPr>
          <p:cNvPr id="12" name="">
            <a:extLst xmlns:a="http://schemas.openxmlformats.org/drawingml/2006/main">
              <a:ext uri="{FF2B5EF4-FFF2-40B4-BE49-F238E27FC236}">
                <a16:creationId xmlns:a16="http://schemas.microsoft.com/office/drawing/2014/main" id="{A5D40AD8-65FC-4EFA-9159-1E41085559BD}"/>
              </a:ext>
            </a:extLst>
          </p:cNvPr>
          <p:cNvSpPr>
            <a:spLocks xmlns:a="http://schemas.openxmlformats.org/drawingml/2006/main" noGrp="1"/>
          </p:cNvSpPr>
          <p:nvPr/>
        </p:nvSpPr>
        <p:spPr>
          <a:xfrm xmlns:a="http://schemas.openxmlformats.org/drawingml/2006/main">
            <a:off x="533400" y="41529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B6758"/>
                </a:solidFill>
                <a:latin typeface="Arial"/>
                <a:ea typeface="Arial"/>
                <a:cs typeface="Arial"/>
              </a:defRPr>
            </a:defPPr>
            <a:lvl1pPr>
              <a:defRPr sz="1650" b="0">
                <a:solidFill>
                  <a:srgbClr val="5B6758"/>
                </a:solidFill>
                <a:latin typeface="Arial"/>
                <a:ea typeface="Arial"/>
                <a:cs typeface="Arial"/>
              </a:defRPr>
            </a:lvl1pPr>
            <a:lvl2pPr>
              <a:defRPr sz="1650" b="0">
                <a:solidFill>
                  <a:srgbClr val="5B6758"/>
                </a:solidFill>
                <a:latin typeface="Arial"/>
                <a:ea typeface="Arial"/>
                <a:cs typeface="Arial"/>
              </a:defRPr>
            </a:lvl2pPr>
            <a:lvl3pPr>
              <a:defRPr sz="1650" b="0">
                <a:solidFill>
                  <a:srgbClr val="5B6758"/>
                </a:solidFill>
                <a:latin typeface="Arial"/>
                <a:ea typeface="Arial"/>
                <a:cs typeface="Arial"/>
              </a:defRPr>
            </a:lvl3pPr>
            <a:lvl4pPr>
              <a:defRPr sz="1650" b="0">
                <a:solidFill>
                  <a:srgbClr val="5B6758"/>
                </a:solidFill>
                <a:latin typeface="Arial"/>
                <a:ea typeface="Arial"/>
                <a:cs typeface="Arial"/>
              </a:defRPr>
            </a:lvl4pPr>
            <a:lvl5pPr>
              <a:defRPr sz="1650" b="0">
                <a:solidFill>
                  <a:srgbClr val="5B6758"/>
                </a:solidFill>
                <a:latin typeface="Arial"/>
                <a:ea typeface="Arial"/>
                <a:cs typeface="Arial"/>
              </a:defRPr>
            </a:lvl5pPr>
            <a:lvl6pPr>
              <a:defRPr sz="1650" b="0">
                <a:solidFill>
                  <a:srgbClr val="5B6758"/>
                </a:solidFill>
                <a:latin typeface="Arial"/>
                <a:ea typeface="Arial"/>
                <a:cs typeface="Arial"/>
              </a:defRPr>
            </a:lvl6pPr>
            <a:lvl7pPr>
              <a:defRPr sz="1650" b="0">
                <a:solidFill>
                  <a:srgbClr val="5B6758"/>
                </a:solidFill>
                <a:latin typeface="Arial"/>
                <a:ea typeface="Arial"/>
                <a:cs typeface="Arial"/>
              </a:defRPr>
            </a:lvl7pPr>
            <a:lvl8pPr>
              <a:defRPr sz="1650" b="0">
                <a:solidFill>
                  <a:srgbClr val="5B6758"/>
                </a:solidFill>
                <a:latin typeface="Arial"/>
                <a:ea typeface="Arial"/>
                <a:cs typeface="Arial"/>
              </a:defRPr>
            </a:lvl8pPr>
            <a:lvl9pPr>
              <a:defRPr sz="1650" b="0">
                <a:solidFill>
                  <a:srgbClr val="5B6758"/>
                </a:solidFill>
                <a:latin typeface="Arial"/>
                <a:ea typeface="Arial"/>
                <a:cs typeface="Arial"/>
              </a:defRPr>
            </a:lvl9pPr>
          </a:lstStyle>
          <a:p xmlns:a="http://schemas.openxmlformats.org/drawingml/2006/main">
            <a:pPr>
              <a:defRPr sz="1650" b="0">
                <a:solidFill>
                  <a:srgbClr val="5B6758"/>
                </a:solidFill>
                <a:latin typeface="Arial"/>
                <a:ea typeface="Arial"/>
                <a:cs typeface="Arial"/>
              </a:defRPr>
            </a:pPr>
            <a:r>
              <a:rPr sz="1650" b="0">
                <a:solidFill>
                  <a:srgbClr val="5B6758"/>
                </a:solidFill>
                <a:latin typeface="Arial"/>
                <a:ea typeface="Arial"/>
                <a:cs typeface="Arial"/>
              </a:rPr>
              <a:t>MySQL / PDO, Cloudinary and Gemini</a:t>
            </a:r>
          </a:p>
        </p:txBody>
      </p:sp>
      <p:sp>
        <p:nvSpPr>
          <p:cNvPr id="13" name="">
            <a:extLst xmlns:a="http://schemas.openxmlformats.org/drawingml/2006/main">
              <a:ext uri="{FF2B5EF4-FFF2-40B4-BE49-F238E27FC236}">
                <a16:creationId xmlns:a16="http://schemas.microsoft.com/office/drawing/2014/main" id="{6A39E182-9760-4F29-A924-7A65B4428B54}"/>
              </a:ext>
            </a:extLst>
          </p:cNvPr>
          <p:cNvSpPr>
            <a:spLocks xmlns:a="http://schemas.openxmlformats.org/drawingml/2006/main" noGrp="1"/>
          </p:cNvSpPr>
          <p:nvPr/>
        </p:nvSpPr>
        <p:spPr>
          <a:xfrm xmlns:a="http://schemas.openxmlformats.org/drawingml/2006/main">
            <a:off x="533400" y="4629150"/>
            <a:ext cx="6191250" cy="9525"/>
          </a:xfrm>
          <a:prstGeom xmlns:a="http://schemas.openxmlformats.org/drawingml/2006/main" prst="rect">
            <a:avLst/>
          </a:prstGeom>
          <a:solidFill xmlns:a="http://schemas.openxmlformats.org/drawingml/2006/main">
            <a:srgbClr val="BBC8B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71E6C97-D498-442D-BA89-86F82842339F}"/>
              </a:ext>
            </a:extLst>
          </p:cNvPr>
          <p:cNvSpPr>
            <a:spLocks xmlns:a="http://schemas.openxmlformats.org/drawingml/2006/main" noGrp="1"/>
          </p:cNvSpPr>
          <p:nvPr/>
        </p:nvSpPr>
        <p:spPr>
          <a:xfrm xmlns:a="http://schemas.openxmlformats.org/drawingml/2006/main">
            <a:off x="533400" y="501967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284E3C"/>
                </a:solidFill>
                <a:latin typeface="Arial"/>
                <a:ea typeface="Arial"/>
                <a:cs typeface="Arial"/>
              </a:defRPr>
            </a:defPPr>
            <a:lvl1pPr>
              <a:defRPr sz="1500" b="1">
                <a:solidFill>
                  <a:srgbClr val="284E3C"/>
                </a:solidFill>
                <a:latin typeface="Arial"/>
                <a:ea typeface="Arial"/>
                <a:cs typeface="Arial"/>
              </a:defRPr>
            </a:lvl1pPr>
            <a:lvl2pPr>
              <a:defRPr sz="1500" b="1">
                <a:solidFill>
                  <a:srgbClr val="284E3C"/>
                </a:solidFill>
                <a:latin typeface="Arial"/>
                <a:ea typeface="Arial"/>
                <a:cs typeface="Arial"/>
              </a:defRPr>
            </a:lvl2pPr>
            <a:lvl3pPr>
              <a:defRPr sz="1500" b="1">
                <a:solidFill>
                  <a:srgbClr val="284E3C"/>
                </a:solidFill>
                <a:latin typeface="Arial"/>
                <a:ea typeface="Arial"/>
                <a:cs typeface="Arial"/>
              </a:defRPr>
            </a:lvl3pPr>
            <a:lvl4pPr>
              <a:defRPr sz="1500" b="1">
                <a:solidFill>
                  <a:srgbClr val="284E3C"/>
                </a:solidFill>
                <a:latin typeface="Arial"/>
                <a:ea typeface="Arial"/>
                <a:cs typeface="Arial"/>
              </a:defRPr>
            </a:lvl4pPr>
            <a:lvl5pPr>
              <a:defRPr sz="1500" b="1">
                <a:solidFill>
                  <a:srgbClr val="284E3C"/>
                </a:solidFill>
                <a:latin typeface="Arial"/>
                <a:ea typeface="Arial"/>
                <a:cs typeface="Arial"/>
              </a:defRPr>
            </a:lvl5pPr>
            <a:lvl6pPr>
              <a:defRPr sz="1500" b="1">
                <a:solidFill>
                  <a:srgbClr val="284E3C"/>
                </a:solidFill>
                <a:latin typeface="Arial"/>
                <a:ea typeface="Arial"/>
                <a:cs typeface="Arial"/>
              </a:defRPr>
            </a:lvl6pPr>
            <a:lvl7pPr>
              <a:defRPr sz="1500" b="1">
                <a:solidFill>
                  <a:srgbClr val="284E3C"/>
                </a:solidFill>
                <a:latin typeface="Arial"/>
                <a:ea typeface="Arial"/>
                <a:cs typeface="Arial"/>
              </a:defRPr>
            </a:lvl7pPr>
            <a:lvl8pPr>
              <a:defRPr sz="1500" b="1">
                <a:solidFill>
                  <a:srgbClr val="284E3C"/>
                </a:solidFill>
                <a:latin typeface="Arial"/>
                <a:ea typeface="Arial"/>
                <a:cs typeface="Arial"/>
              </a:defRPr>
            </a:lvl8pPr>
            <a:lvl9pPr>
              <a:defRPr sz="1500" b="1">
                <a:solidFill>
                  <a:srgbClr val="284E3C"/>
                </a:solidFill>
                <a:latin typeface="Arial"/>
                <a:ea typeface="Arial"/>
                <a:cs typeface="Arial"/>
              </a:defRPr>
            </a:lvl9pPr>
          </a:lstStyle>
          <a:p xmlns:a="http://schemas.openxmlformats.org/drawingml/2006/main">
            <a:pPr>
              <a:defRPr sz="1500" b="1">
                <a:solidFill>
                  <a:srgbClr val="284E3C"/>
                </a:solidFill>
                <a:latin typeface="Arial"/>
                <a:ea typeface="Arial"/>
                <a:cs typeface="Arial"/>
              </a:defRPr>
            </a:pPr>
            <a:r>
              <a:rPr sz="1500" b="1">
                <a:solidFill>
                  <a:srgbClr val="284E3C"/>
                </a:solidFill>
                <a:latin typeface="Arial"/>
                <a:ea typeface="Arial"/>
                <a:cs typeface="Arial"/>
              </a:rPr>
              <a:t>Session and role checks · Password hashing · CSRF</a:t>
            </a:r>
          </a:p>
        </p:txBody>
      </p:sp>
      <p:sp>
        <p:nvSpPr>
          <p:cNvPr id="15" name="">
            <a:extLst xmlns:a="http://schemas.openxmlformats.org/drawingml/2006/main">
              <a:ext uri="{FF2B5EF4-FFF2-40B4-BE49-F238E27FC236}">
                <a16:creationId xmlns:a16="http://schemas.microsoft.com/office/drawing/2014/main" id="{74913299-F227-4E8E-B2F1-8D44D7D598B0}"/>
              </a:ext>
            </a:extLst>
          </p:cNvPr>
          <p:cNvSpPr>
            <a:spLocks xmlns:a="http://schemas.openxmlformats.org/drawingml/2006/main" noGrp="1"/>
          </p:cNvSpPr>
          <p:nvPr/>
        </p:nvSpPr>
        <p:spPr>
          <a:xfrm xmlns:a="http://schemas.openxmlformats.org/drawingml/2006/main">
            <a:off x="533400" y="5657850"/>
            <a:ext cx="681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B6758"/>
                </a:solidFill>
                <a:latin typeface="Arial"/>
                <a:ea typeface="Arial"/>
                <a:cs typeface="Arial"/>
              </a:defRPr>
            </a:defPPr>
            <a:lvl1pPr>
              <a:defRPr sz="1350" b="0">
                <a:solidFill>
                  <a:srgbClr val="5B6758"/>
                </a:solidFill>
                <a:latin typeface="Arial"/>
                <a:ea typeface="Arial"/>
                <a:cs typeface="Arial"/>
              </a:defRPr>
            </a:lvl1pPr>
            <a:lvl2pPr>
              <a:defRPr sz="1350" b="0">
                <a:solidFill>
                  <a:srgbClr val="5B6758"/>
                </a:solidFill>
                <a:latin typeface="Arial"/>
                <a:ea typeface="Arial"/>
                <a:cs typeface="Arial"/>
              </a:defRPr>
            </a:lvl2pPr>
            <a:lvl3pPr>
              <a:defRPr sz="1350" b="0">
                <a:solidFill>
                  <a:srgbClr val="5B6758"/>
                </a:solidFill>
                <a:latin typeface="Arial"/>
                <a:ea typeface="Arial"/>
                <a:cs typeface="Arial"/>
              </a:defRPr>
            </a:lvl3pPr>
            <a:lvl4pPr>
              <a:defRPr sz="1350" b="0">
                <a:solidFill>
                  <a:srgbClr val="5B6758"/>
                </a:solidFill>
                <a:latin typeface="Arial"/>
                <a:ea typeface="Arial"/>
                <a:cs typeface="Arial"/>
              </a:defRPr>
            </a:lvl4pPr>
            <a:lvl5pPr>
              <a:defRPr sz="1350" b="0">
                <a:solidFill>
                  <a:srgbClr val="5B6758"/>
                </a:solidFill>
                <a:latin typeface="Arial"/>
                <a:ea typeface="Arial"/>
                <a:cs typeface="Arial"/>
              </a:defRPr>
            </a:lvl5pPr>
            <a:lvl6pPr>
              <a:defRPr sz="1350" b="0">
                <a:solidFill>
                  <a:srgbClr val="5B6758"/>
                </a:solidFill>
                <a:latin typeface="Arial"/>
                <a:ea typeface="Arial"/>
                <a:cs typeface="Arial"/>
              </a:defRPr>
            </a:lvl6pPr>
            <a:lvl7pPr>
              <a:defRPr sz="1350" b="0">
                <a:solidFill>
                  <a:srgbClr val="5B6758"/>
                </a:solidFill>
                <a:latin typeface="Arial"/>
                <a:ea typeface="Arial"/>
                <a:cs typeface="Arial"/>
              </a:defRPr>
            </a:lvl7pPr>
            <a:lvl8pPr>
              <a:defRPr sz="1350" b="0">
                <a:solidFill>
                  <a:srgbClr val="5B6758"/>
                </a:solidFill>
                <a:latin typeface="Arial"/>
                <a:ea typeface="Arial"/>
                <a:cs typeface="Arial"/>
              </a:defRPr>
            </a:lvl8pPr>
            <a:lvl9pPr>
              <a:defRPr sz="1350" b="0">
                <a:solidFill>
                  <a:srgbClr val="5B6758"/>
                </a:solidFill>
                <a:latin typeface="Arial"/>
                <a:ea typeface="Arial"/>
                <a:cs typeface="Arial"/>
              </a:defRPr>
            </a:lvl9pPr>
          </a:lstStyle>
          <a:p xmlns:a="http://schemas.openxmlformats.org/drawingml/2006/main">
            <a:pPr>
              <a:defRPr sz="1350" b="0">
                <a:solidFill>
                  <a:srgbClr val="5B6758"/>
                </a:solidFill>
                <a:latin typeface="Arial"/>
                <a:ea typeface="Arial"/>
                <a:cs typeface="Arial"/>
              </a:defRPr>
            </a:pPr>
            <a:r>
              <a:rPr sz="1350" b="0">
                <a:solidFill>
                  <a:srgbClr val="5B6758"/>
                </a:solidFill>
                <a:latin typeface="Arial"/>
                <a:ea typeface="Arial"/>
                <a:cs typeface="Arial"/>
              </a:rPr>
              <a:t>Next: delivery pricing, payment integration and approved policies</a:t>
            </a:r>
          </a:p>
        </p:txBody>
      </p:sp>
      <p:pic>
        <p:nvPicPr>
          <p:cNvPr id="16" name="">
            <a:extLst xmlns:a="http://schemas.openxmlformats.org/drawingml/2006/main">
              <a:ext uri="{FF2B5EF4-FFF2-40B4-BE49-F238E27FC236}">
                <a16:creationId xmlns:a16="http://schemas.microsoft.com/office/drawing/2014/main" id="{94FCBD3E-1409-4CF2-B360-9629D4E117D2}"/>
              </a:ext>
            </a:extLst>
          </p:cNvPr>
          <p:cNvPicPr>
            <a:picLocks xmlns:a="http://schemas.openxmlformats.org/drawingml/2006/main" noChangeAspect="1"/>
          </p:cNvPicPr>
          <p:nvPr/>
        </p:nvPicPr>
        <p:blipFill>
          <a:blip xmlns:r="http://schemas.openxmlformats.org/officeDocument/2006/relationships" xmlns:a="http://schemas.openxmlformats.org/drawingml/2006/main" r:embed="R485dd41854744013"/>
          <a:stretch xmlns:a="http://schemas.openxmlformats.org/drawingml/2006/main"/>
        </p:blipFill>
        <p:spPr>
          <a:xfrm xmlns:a="http://schemas.openxmlformats.org/drawingml/2006/main">
            <a:off x="8286750" y="1568831"/>
            <a:ext cx="2047875" cy="4139438"/>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78B3E2EF-ECF1-491B-A06F-E3872539C68D}"/>
              </a:ext>
            </a:extLst>
          </p:cNvPr>
          <p:cNvSpPr>
            <a:spLocks xmlns:a="http://schemas.openxmlformats.org/drawingml/2006/main" noGrp="1"/>
          </p:cNvSpPr>
          <p:nvPr/>
        </p:nvSpPr>
        <p:spPr>
          <a:xfrm xmlns:a="http://schemas.openxmlformats.org/drawingml/2006/main">
            <a:off x="7867650" y="5962650"/>
            <a:ext cx="3286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B6758"/>
                </a:solidFill>
                <a:latin typeface="Arial"/>
                <a:ea typeface="Arial"/>
                <a:cs typeface="Arial"/>
              </a:defRPr>
            </a:defPPr>
            <a:lvl1pPr>
              <a:defRPr sz="1275" b="0">
                <a:solidFill>
                  <a:srgbClr val="5B6758"/>
                </a:solidFill>
                <a:latin typeface="Arial"/>
                <a:ea typeface="Arial"/>
                <a:cs typeface="Arial"/>
              </a:defRPr>
            </a:lvl1pPr>
            <a:lvl2pPr>
              <a:defRPr sz="1275" b="0">
                <a:solidFill>
                  <a:srgbClr val="5B6758"/>
                </a:solidFill>
                <a:latin typeface="Arial"/>
                <a:ea typeface="Arial"/>
                <a:cs typeface="Arial"/>
              </a:defRPr>
            </a:lvl2pPr>
            <a:lvl3pPr>
              <a:defRPr sz="1275" b="0">
                <a:solidFill>
                  <a:srgbClr val="5B6758"/>
                </a:solidFill>
                <a:latin typeface="Arial"/>
                <a:ea typeface="Arial"/>
                <a:cs typeface="Arial"/>
              </a:defRPr>
            </a:lvl3pPr>
            <a:lvl4pPr>
              <a:defRPr sz="1275" b="0">
                <a:solidFill>
                  <a:srgbClr val="5B6758"/>
                </a:solidFill>
                <a:latin typeface="Arial"/>
                <a:ea typeface="Arial"/>
                <a:cs typeface="Arial"/>
              </a:defRPr>
            </a:lvl4pPr>
            <a:lvl5pPr>
              <a:defRPr sz="1275" b="0">
                <a:solidFill>
                  <a:srgbClr val="5B6758"/>
                </a:solidFill>
                <a:latin typeface="Arial"/>
                <a:ea typeface="Arial"/>
                <a:cs typeface="Arial"/>
              </a:defRPr>
            </a:lvl5pPr>
            <a:lvl6pPr>
              <a:defRPr sz="1275" b="0">
                <a:solidFill>
                  <a:srgbClr val="5B6758"/>
                </a:solidFill>
                <a:latin typeface="Arial"/>
                <a:ea typeface="Arial"/>
                <a:cs typeface="Arial"/>
              </a:defRPr>
            </a:lvl6pPr>
            <a:lvl7pPr>
              <a:defRPr sz="1275" b="0">
                <a:solidFill>
                  <a:srgbClr val="5B6758"/>
                </a:solidFill>
                <a:latin typeface="Arial"/>
                <a:ea typeface="Arial"/>
                <a:cs typeface="Arial"/>
              </a:defRPr>
            </a:lvl7pPr>
            <a:lvl8pPr>
              <a:defRPr sz="1275" b="0">
                <a:solidFill>
                  <a:srgbClr val="5B6758"/>
                </a:solidFill>
                <a:latin typeface="Arial"/>
                <a:ea typeface="Arial"/>
                <a:cs typeface="Arial"/>
              </a:defRPr>
            </a:lvl8pPr>
            <a:lvl9pPr>
              <a:defRPr sz="1275" b="0">
                <a:solidFill>
                  <a:srgbClr val="5B6758"/>
                </a:solidFill>
                <a:latin typeface="Arial"/>
                <a:ea typeface="Arial"/>
                <a:cs typeface="Arial"/>
              </a:defRPr>
            </a:lvl9pPr>
          </a:lstStyle>
          <a:p xmlns:a="http://schemas.openxmlformats.org/drawingml/2006/main">
            <a:pPr>
              <a:defRPr sz="1275" b="0">
                <a:solidFill>
                  <a:srgbClr val="5B6758"/>
                </a:solidFill>
                <a:latin typeface="Arial"/>
                <a:ea typeface="Arial"/>
                <a:cs typeface="Arial"/>
              </a:defRPr>
            </a:pPr>
            <a:r>
              <a:rPr sz="1275" b="0">
                <a:solidFill>
                  <a:srgbClr val="5B6758"/>
                </a:solidFill>
                <a:latin typeface="Arial"/>
                <a:ea typeface="Arial"/>
                <a:cs typeface="Arial"/>
              </a:rPr>
              <a:t>Responsive storefront</a:t>
            </a:r>
          </a:p>
        </p:txBody>
      </p:sp>
    </p:spTree>
    <p:extLst>
      <p:ext uri="{BB962C8B-B14F-4D97-AF65-F5344CB8AC3E}">
        <p14:creationId xmlns:p14="http://schemas.microsoft.com/office/powerpoint/2010/main" val="15247062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2026-11-02T00:06:53.7990000Z</dcterms:created>
  <dcterms:modified xsi:type="dcterms:W3CDTF">2026-11-02T00:06:53.7990000Z</dcterms:modified>
</coreProperties>
</file>